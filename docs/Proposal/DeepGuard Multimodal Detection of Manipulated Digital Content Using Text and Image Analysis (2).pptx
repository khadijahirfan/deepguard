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3"/>
  </p:notesMasterIdLst>
  <p:sldIdLst>
    <p:sldId id="256" r:id="rId2"/>
    <p:sldId id="259" r:id="rId3"/>
    <p:sldId id="274" r:id="rId4"/>
    <p:sldId id="276" r:id="rId5"/>
    <p:sldId id="306" r:id="rId6"/>
    <p:sldId id="310" r:id="rId7"/>
    <p:sldId id="281" r:id="rId8"/>
    <p:sldId id="307" r:id="rId9"/>
    <p:sldId id="308" r:id="rId10"/>
    <p:sldId id="309" r:id="rId11"/>
    <p:sldId id="262" r:id="rId12"/>
  </p:sldIdLst>
  <p:sldSz cx="9144000" cy="5143500" type="screen16x9"/>
  <p:notesSz cx="6858000" cy="9144000"/>
  <p:embeddedFontLst>
    <p:embeddedFont>
      <p:font typeface="Nunito Light" panose="020B0604020202020204" charset="0"/>
      <p:regular r:id="rId14"/>
      <p:italic r:id="rId15"/>
    </p:embeddedFont>
    <p:embeddedFont>
      <p:font typeface="Anaheim" panose="020B0604020202020204" charset="0"/>
      <p:regular r:id="rId16"/>
      <p:bold r:id="rId17"/>
    </p:embeddedFont>
    <p:embeddedFont>
      <p:font typeface="Montserrat" panose="020B0604020202020204" charset="0"/>
      <p:regular r:id="rId18"/>
      <p:bold r:id="rId19"/>
      <p:italic r:id="rId20"/>
      <p:boldItalic r:id="rId21"/>
    </p:embeddedFont>
    <p:embeddedFont>
      <p:font typeface="Montserrat Black" panose="020B0604020202020204" charset="0"/>
      <p:bold r:id="rId22"/>
      <p:boldItalic r:id="rId23"/>
    </p:embeddedFont>
    <p:embeddedFont>
      <p:font typeface="Bebas Neue" panose="020B0604020202020204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99199BC-63A6-41DA-ACEE-87AD06BC79CB}">
  <a:tblStyle styleId="{299199BC-63A6-41DA-ACEE-87AD06BC79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3" autoAdjust="0"/>
  </p:normalViewPr>
  <p:slideViewPr>
    <p:cSldViewPr snapToGrid="0">
      <p:cViewPr varScale="1">
        <p:scale>
          <a:sx n="86" d="100"/>
          <a:sy n="86" d="100"/>
        </p:scale>
        <p:origin x="6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ujaja Amer" userId="ce43ffa0e67024eb" providerId="LiveId" clId="{C341F867-2166-4CFD-80E0-10D7CF75B831}"/>
    <pc:docChg chg="modSld">
      <pc:chgData name="Zujaja Amer" userId="ce43ffa0e67024eb" providerId="LiveId" clId="{C341F867-2166-4CFD-80E0-10D7CF75B831}" dt="2026-04-08T18:21:07.506" v="17" actId="113"/>
      <pc:docMkLst>
        <pc:docMk/>
      </pc:docMkLst>
      <pc:sldChg chg="modSp mod">
        <pc:chgData name="Zujaja Amer" userId="ce43ffa0e67024eb" providerId="LiveId" clId="{C341F867-2166-4CFD-80E0-10D7CF75B831}" dt="2026-04-08T18:21:07.506" v="17" actId="113"/>
        <pc:sldMkLst>
          <pc:docMk/>
          <pc:sldMk cId="0" sldId="256"/>
        </pc:sldMkLst>
        <pc:spChg chg="mod">
          <ac:chgData name="Zujaja Amer" userId="ce43ffa0e67024eb" providerId="LiveId" clId="{C341F867-2166-4CFD-80E0-10D7CF75B831}" dt="2026-04-08T18:20:40.613" v="16" actId="403"/>
          <ac:spMkLst>
            <pc:docMk/>
            <pc:sldMk cId="0" sldId="256"/>
            <ac:spMk id="1251" creationId="{00000000-0000-0000-0000-000000000000}"/>
          </ac:spMkLst>
        </pc:spChg>
        <pc:spChg chg="mod">
          <ac:chgData name="Zujaja Amer" userId="ce43ffa0e67024eb" providerId="LiveId" clId="{C341F867-2166-4CFD-80E0-10D7CF75B831}" dt="2026-04-08T18:21:07.506" v="17" actId="113"/>
          <ac:spMkLst>
            <pc:docMk/>
            <pc:sldMk cId="0" sldId="256"/>
            <ac:spMk id="1252" creationId="{00000000-0000-0000-0000-000000000000}"/>
          </ac:spMkLst>
        </pc:spChg>
      </pc:sldChg>
      <pc:sldChg chg="modSp mod">
        <pc:chgData name="Zujaja Amer" userId="ce43ffa0e67024eb" providerId="LiveId" clId="{C341F867-2166-4CFD-80E0-10D7CF75B831}" dt="2026-04-08T18:17:50.449" v="1" actId="2710"/>
        <pc:sldMkLst>
          <pc:docMk/>
          <pc:sldMk cId="0" sldId="274"/>
        </pc:sldMkLst>
        <pc:spChg chg="mod">
          <ac:chgData name="Zujaja Amer" userId="ce43ffa0e67024eb" providerId="LiveId" clId="{C341F867-2166-4CFD-80E0-10D7CF75B831}" dt="2026-04-08T18:17:50.449" v="1" actId="2710"/>
          <ac:spMkLst>
            <pc:docMk/>
            <pc:sldMk cId="0" sldId="274"/>
            <ac:spMk id="1873" creationId="{00000000-0000-0000-0000-000000000000}"/>
          </ac:spMkLst>
        </pc:spChg>
      </pc:sldChg>
      <pc:sldChg chg="modSp mod">
        <pc:chgData name="Zujaja Amer" userId="ce43ffa0e67024eb" providerId="LiveId" clId="{C341F867-2166-4CFD-80E0-10D7CF75B831}" dt="2026-04-08T18:19:03.848" v="8" actId="1076"/>
        <pc:sldMkLst>
          <pc:docMk/>
          <pc:sldMk cId="0" sldId="276"/>
        </pc:sldMkLst>
        <pc:spChg chg="mod">
          <ac:chgData name="Zujaja Amer" userId="ce43ffa0e67024eb" providerId="LiveId" clId="{C341F867-2166-4CFD-80E0-10D7CF75B831}" dt="2026-04-08T18:19:00.816" v="7" actId="1076"/>
          <ac:spMkLst>
            <pc:docMk/>
            <pc:sldMk cId="0" sldId="276"/>
            <ac:spMk id="1918" creationId="{00000000-0000-0000-0000-000000000000}"/>
          </ac:spMkLst>
        </pc:spChg>
        <pc:spChg chg="mod">
          <ac:chgData name="Zujaja Amer" userId="ce43ffa0e67024eb" providerId="LiveId" clId="{C341F867-2166-4CFD-80E0-10D7CF75B831}" dt="2026-04-08T18:19:03.848" v="8" actId="1076"/>
          <ac:spMkLst>
            <pc:docMk/>
            <pc:sldMk cId="0" sldId="276"/>
            <ac:spMk id="1919" creationId="{00000000-0000-0000-0000-000000000000}"/>
          </ac:spMkLst>
        </pc:spChg>
      </pc:sldChg>
      <pc:sldChg chg="modSp mod">
        <pc:chgData name="Zujaja Amer" userId="ce43ffa0e67024eb" providerId="LiveId" clId="{C341F867-2166-4CFD-80E0-10D7CF75B831}" dt="2026-04-08T18:18:34.663" v="5" actId="1076"/>
        <pc:sldMkLst>
          <pc:docMk/>
          <pc:sldMk cId="2565524798" sldId="306"/>
        </pc:sldMkLst>
        <pc:spChg chg="mod">
          <ac:chgData name="Zujaja Amer" userId="ce43ffa0e67024eb" providerId="LiveId" clId="{C341F867-2166-4CFD-80E0-10D7CF75B831}" dt="2026-04-08T18:18:29.366" v="4" actId="1076"/>
          <ac:spMkLst>
            <pc:docMk/>
            <pc:sldMk cId="2565524798" sldId="306"/>
            <ac:spMk id="2" creationId="{485AC666-E80A-CDC6-51F2-87D14A41A92F}"/>
          </ac:spMkLst>
        </pc:spChg>
        <pc:spChg chg="mod">
          <ac:chgData name="Zujaja Amer" userId="ce43ffa0e67024eb" providerId="LiveId" clId="{C341F867-2166-4CFD-80E0-10D7CF75B831}" dt="2026-04-08T18:18:34.663" v="5" actId="1076"/>
          <ac:spMkLst>
            <pc:docMk/>
            <pc:sldMk cId="2565524798" sldId="306"/>
            <ac:spMk id="3" creationId="{03D854C7-BC89-5FC7-FF96-2A1DA1BDE4D3}"/>
          </ac:spMkLst>
        </pc:spChg>
      </pc:sldChg>
      <pc:sldChg chg="modSp mod">
        <pc:chgData name="Zujaja Amer" userId="ce43ffa0e67024eb" providerId="LiveId" clId="{C341F867-2166-4CFD-80E0-10D7CF75B831}" dt="2026-04-08T18:18:44.728" v="6" actId="2710"/>
        <pc:sldMkLst>
          <pc:docMk/>
          <pc:sldMk cId="1754873410" sldId="307"/>
        </pc:sldMkLst>
        <pc:spChg chg="mod">
          <ac:chgData name="Zujaja Amer" userId="ce43ffa0e67024eb" providerId="LiveId" clId="{C341F867-2166-4CFD-80E0-10D7CF75B831}" dt="2026-04-08T18:18:44.728" v="6" actId="2710"/>
          <ac:spMkLst>
            <pc:docMk/>
            <pc:sldMk cId="1754873410" sldId="307"/>
            <ac:spMk id="3" creationId="{8B54605E-8ED6-3D3E-92FE-F810411EDF45}"/>
          </ac:spMkLst>
        </pc:spChg>
      </pc:sldChg>
      <pc:sldChg chg="modSp mod">
        <pc:chgData name="Zujaja Amer" userId="ce43ffa0e67024eb" providerId="LiveId" clId="{C341F867-2166-4CFD-80E0-10D7CF75B831}" dt="2026-04-08T18:19:21.359" v="11" actId="2710"/>
        <pc:sldMkLst>
          <pc:docMk/>
          <pc:sldMk cId="878161867" sldId="308"/>
        </pc:sldMkLst>
        <pc:spChg chg="mod">
          <ac:chgData name="Zujaja Amer" userId="ce43ffa0e67024eb" providerId="LiveId" clId="{C341F867-2166-4CFD-80E0-10D7CF75B831}" dt="2026-04-08T18:19:11.873" v="9" actId="1076"/>
          <ac:spMkLst>
            <pc:docMk/>
            <pc:sldMk cId="878161867" sldId="308"/>
            <ac:spMk id="2" creationId="{3FE73FAB-1E83-FDE7-CBBD-1ADBB608C71D}"/>
          </ac:spMkLst>
        </pc:spChg>
        <pc:spChg chg="mod">
          <ac:chgData name="Zujaja Amer" userId="ce43ffa0e67024eb" providerId="LiveId" clId="{C341F867-2166-4CFD-80E0-10D7CF75B831}" dt="2026-04-08T18:19:21.359" v="11" actId="2710"/>
          <ac:spMkLst>
            <pc:docMk/>
            <pc:sldMk cId="878161867" sldId="308"/>
            <ac:spMk id="3" creationId="{1F245B8E-87E5-FFCA-0042-D2DC9F05D58C}"/>
          </ac:spMkLst>
        </pc:spChg>
      </pc:sldChg>
      <pc:sldChg chg="modSp mod">
        <pc:chgData name="Zujaja Amer" userId="ce43ffa0e67024eb" providerId="LiveId" clId="{C341F867-2166-4CFD-80E0-10D7CF75B831}" dt="2026-04-08T18:19:42.259" v="14" actId="1076"/>
        <pc:sldMkLst>
          <pc:docMk/>
          <pc:sldMk cId="3496512257" sldId="309"/>
        </pc:sldMkLst>
        <pc:spChg chg="mod">
          <ac:chgData name="Zujaja Amer" userId="ce43ffa0e67024eb" providerId="LiveId" clId="{C341F867-2166-4CFD-80E0-10D7CF75B831}" dt="2026-04-08T18:19:38.713" v="13" actId="1076"/>
          <ac:spMkLst>
            <pc:docMk/>
            <pc:sldMk cId="3496512257" sldId="309"/>
            <ac:spMk id="2" creationId="{5BE48413-0566-6967-4988-82CBD18C9E97}"/>
          </ac:spMkLst>
        </pc:spChg>
        <pc:spChg chg="mod">
          <ac:chgData name="Zujaja Amer" userId="ce43ffa0e67024eb" providerId="LiveId" clId="{C341F867-2166-4CFD-80E0-10D7CF75B831}" dt="2026-04-08T18:19:42.259" v="14" actId="1076"/>
          <ac:spMkLst>
            <pc:docMk/>
            <pc:sldMk cId="3496512257" sldId="309"/>
            <ac:spMk id="3" creationId="{C891E2F7-6549-6318-E20E-EB20B4290BD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1734a882cf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1734a882cf6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g1734a882cf6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0" name="Google Shape;1870;g1734a882cf6_0_5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g14d33840f0f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5" name="Google Shape;1915;g14d33840f0f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g1734a882cf6_0_6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4" name="Google Shape;2154;g1734a882cf6_0_6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1734a882cf6_0_1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1734a882cf6_0_15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256688"/>
            <a:ext cx="7033800" cy="21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1113"/>
            <a:ext cx="4528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3" name="Google Shape;13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" name="Google Shape;14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" name="Google Shape;15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6" name="Google Shape;16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" name="Google Shape;17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" name="Google Shape;18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" name="Google Shape;19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" name="Google Shape;20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" name="Google Shape;21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" name="Google Shape;22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" name="Google Shape;23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" name="Google Shape;24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" name="Google Shape;25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" name="Google Shape;26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" name="Google Shape;27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" name="Google Shape;28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" name="Google Shape;29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" name="Google Shape;30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" name="Google Shape;31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" name="Google Shape;32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" name="Google Shape;33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" name="Google Shape;34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" name="Google Shape;35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" name="Google Shape;36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" name="Google Shape;37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" name="Google Shape;38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" name="Google Shape;39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" name="Google Shape;40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" name="Google Shape;41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" name="Google Shape;42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" name="Google Shape;43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4" name="Google Shape;44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45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" name="Google Shape;52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56" name="Google Shape;56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7" name="Google Shape;57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" name="Google Shape;58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9" name="Google Shape;59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60" name="Google Shape;60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1" name="Google Shape;61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" name="Google Shape;62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" name="Google Shape;63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" name="Google Shape;64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" name="Google Shape;69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" name="Google Shape;70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" name="Google Shape;71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" name="Google Shape;72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" name="Google Shape;73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" name="Google Shape;74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" name="Google Shape;75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" name="Google Shape;76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" name="Google Shape;77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" name="Google Shape;78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" name="Google Shape;79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" name="Google Shape;84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" name="Google Shape;85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" name="Google Shape;86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" name="Google Shape;87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88" name="Google Shape;88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96" name="Google Shape;96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 txBox="1">
            <a:spLocks noGrp="1"/>
          </p:cNvSpPr>
          <p:nvPr>
            <p:ph type="title"/>
          </p:nvPr>
        </p:nvSpPr>
        <p:spPr>
          <a:xfrm>
            <a:off x="4135975" y="175790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7"/>
          <p:cNvSpPr txBox="1">
            <a:spLocks noGrp="1"/>
          </p:cNvSpPr>
          <p:nvPr>
            <p:ph type="subTitle" idx="1"/>
          </p:nvPr>
        </p:nvSpPr>
        <p:spPr>
          <a:xfrm>
            <a:off x="4135975" y="2330600"/>
            <a:ext cx="4294800" cy="12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46" name="Google Shape;246;p7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247" name="Google Shape;247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48" name="Google Shape;248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9" name="Google Shape;249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50" name="Google Shape;250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51" name="Google Shape;251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2" name="Google Shape;252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3" name="Google Shape;253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4" name="Google Shape;254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5" name="Google Shape;255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" name="Google Shape;256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7" name="Google Shape;257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8" name="Google Shape;258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" name="Google Shape;259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0" name="Google Shape;260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1" name="Google Shape;261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2" name="Google Shape;262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" name="Google Shape;263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" name="Google Shape;264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" name="Google Shape;265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" name="Google Shape;266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" name="Google Shape;267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" name="Google Shape;268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" name="Google Shape;269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" name="Google Shape;270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" name="Google Shape;271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" name="Google Shape;272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" name="Google Shape;273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" name="Google Shape;274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" name="Google Shape;275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" name="Google Shape;276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7" name="Google Shape;277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8" name="Google Shape;278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79" name="Google Shape;279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" name="Google Shape;281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" name="Google Shape;282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" name="Google Shape;284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" name="Google Shape;285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" name="Google Shape;286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87" name="Google Shape;287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0" name="Google Shape;290;p7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291" name="Google Shape;291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92" name="Google Shape;292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3" name="Google Shape;293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94" name="Google Shape;294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95" name="Google Shape;295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6" name="Google Shape;296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7" name="Google Shape;297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8" name="Google Shape;298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9" name="Google Shape;299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0" name="Google Shape;300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1" name="Google Shape;301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2" name="Google Shape;302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3" name="Google Shape;303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4" name="Google Shape;304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5" name="Google Shape;305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6" name="Google Shape;306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7" name="Google Shape;307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8" name="Google Shape;308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9" name="Google Shape;309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0" name="Google Shape;310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1" name="Google Shape;311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2" name="Google Shape;312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3" name="Google Shape;313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4" name="Google Shape;314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5" name="Google Shape;315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6" name="Google Shape;316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7" name="Google Shape;317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8" name="Google Shape;318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9" name="Google Shape;319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0" name="Google Shape;320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1" name="Google Shape;321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2" name="Google Shape;322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23" name="Google Shape;323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" name="Google Shape;324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" name="Google Shape;325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" name="Google Shape;326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" name="Google Shape;327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" name="Google Shape;328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" name="Google Shape;329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" name="Google Shape;330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31" name="Google Shape;331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49" name="Google Shape;649;p16"/>
          <p:cNvSpPr txBox="1">
            <a:spLocks noGrp="1"/>
          </p:cNvSpPr>
          <p:nvPr>
            <p:ph type="subTitle" idx="1"/>
          </p:nvPr>
        </p:nvSpPr>
        <p:spPr>
          <a:xfrm>
            <a:off x="720000" y="1448250"/>
            <a:ext cx="44664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naheim"/>
              <a:buChar char="◆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  <p:grpSp>
        <p:nvGrpSpPr>
          <p:cNvPr id="650" name="Google Shape;650;p16"/>
          <p:cNvGrpSpPr/>
          <p:nvPr/>
        </p:nvGrpSpPr>
        <p:grpSpPr>
          <a:xfrm rot="10800000">
            <a:off x="5530217" y="3471726"/>
            <a:ext cx="3811962" cy="1913484"/>
            <a:chOff x="4673664" y="4413931"/>
            <a:chExt cx="3811962" cy="1913484"/>
          </a:xfrm>
        </p:grpSpPr>
        <p:grpSp>
          <p:nvGrpSpPr>
            <p:cNvPr id="651" name="Google Shape;651;p16"/>
            <p:cNvGrpSpPr/>
            <p:nvPr/>
          </p:nvGrpSpPr>
          <p:grpSpPr>
            <a:xfrm>
              <a:off x="4673664" y="4413931"/>
              <a:ext cx="3811962" cy="1913484"/>
              <a:chOff x="3825164" y="2626856"/>
              <a:chExt cx="3811962" cy="1913484"/>
            </a:xfrm>
          </p:grpSpPr>
          <p:sp>
            <p:nvSpPr>
              <p:cNvPr id="652" name="Google Shape;652;p16"/>
              <p:cNvSpPr/>
              <p:nvPr/>
            </p:nvSpPr>
            <p:spPr>
              <a:xfrm rot="157512">
                <a:off x="3841337" y="272066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0" y="6321"/>
                    </a:lnTo>
                    <a:lnTo>
                      <a:pt x="11975" y="0"/>
                    </a:lnTo>
                    <a:lnTo>
                      <a:pt x="0" y="8102"/>
                    </a:lnTo>
                    <a:lnTo>
                      <a:pt x="1029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16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16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6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6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6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16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16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16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6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6"/>
              <p:cNvSpPr/>
              <p:nvPr/>
            </p:nvSpPr>
            <p:spPr>
              <a:xfrm rot="157512">
                <a:off x="3868779" y="3804714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4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2"/>
                    </a:lnTo>
                    <a:lnTo>
                      <a:pt x="1030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16"/>
              <p:cNvSpPr/>
              <p:nvPr/>
            </p:nvSpPr>
            <p:spPr>
              <a:xfrm rot="157512">
                <a:off x="4494689" y="3788860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16"/>
              <p:cNvSpPr/>
              <p:nvPr/>
            </p:nvSpPr>
            <p:spPr>
              <a:xfrm rot="157512">
                <a:off x="5120574" y="3773006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65" name="Google Shape;665;p16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 rot="157512">
              <a:off x="5957267" y="608075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2"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7" name="Google Shape;697;p18"/>
          <p:cNvGrpSpPr/>
          <p:nvPr/>
        </p:nvGrpSpPr>
        <p:grpSpPr>
          <a:xfrm flipH="1">
            <a:off x="7223396" y="3475515"/>
            <a:ext cx="1961773" cy="2399979"/>
            <a:chOff x="108580" y="3135490"/>
            <a:chExt cx="1961773" cy="2399979"/>
          </a:xfrm>
        </p:grpSpPr>
        <p:sp>
          <p:nvSpPr>
            <p:cNvPr id="698" name="Google Shape;698;p18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8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8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8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2" name="Google Shape;702;p18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03" name="Google Shape;703;p18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18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18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18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18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18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18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18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18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12" name="Google Shape;712;p18"/>
          <p:cNvGrpSpPr/>
          <p:nvPr/>
        </p:nvGrpSpPr>
        <p:grpSpPr>
          <a:xfrm flipH="1">
            <a:off x="-253943" y="-355553"/>
            <a:ext cx="1934332" cy="1332011"/>
            <a:chOff x="7107962" y="-355553"/>
            <a:chExt cx="1934332" cy="1332011"/>
          </a:xfrm>
        </p:grpSpPr>
        <p:sp>
          <p:nvSpPr>
            <p:cNvPr id="713" name="Google Shape;713;p18"/>
            <p:cNvSpPr/>
            <p:nvPr/>
          </p:nvSpPr>
          <p:spPr>
            <a:xfrm rot="-157512" flipH="1">
              <a:off x="7124135" y="209124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8"/>
            <p:cNvSpPr/>
            <p:nvPr/>
          </p:nvSpPr>
          <p:spPr>
            <a:xfrm rot="-157512" flipH="1">
              <a:off x="7112323" y="35256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8"/>
            <p:cNvSpPr/>
            <p:nvPr/>
          </p:nvSpPr>
          <p:spPr>
            <a:xfrm rot="-157512" flipH="1">
              <a:off x="7729061" y="729798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8"/>
            <p:cNvSpPr/>
            <p:nvPr/>
          </p:nvSpPr>
          <p:spPr>
            <a:xfrm rot="-157512" flipH="1">
              <a:off x="7756527" y="-35427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8"/>
            <p:cNvSpPr/>
            <p:nvPr/>
          </p:nvSpPr>
          <p:spPr>
            <a:xfrm rot="-157512" flipH="1">
              <a:off x="8076682" y="-309131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8"/>
            <p:cNvSpPr/>
            <p:nvPr/>
          </p:nvSpPr>
          <p:spPr>
            <a:xfrm rot="-157512" flipH="1">
              <a:off x="7450823" y="-324986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8"/>
            <p:cNvSpPr/>
            <p:nvPr/>
          </p:nvSpPr>
          <p:spPr>
            <a:xfrm rot="-157512" flipH="1">
              <a:off x="8375904" y="240832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8"/>
            <p:cNvSpPr/>
            <p:nvPr/>
          </p:nvSpPr>
          <p:spPr>
            <a:xfrm rot="-157512" flipH="1">
              <a:off x="7750020" y="224978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1" name="Google Shape;721;p18"/>
          <p:cNvSpPr txBox="1">
            <a:spLocks noGrp="1"/>
          </p:cNvSpPr>
          <p:nvPr>
            <p:ph type="title"/>
          </p:nvPr>
        </p:nvSpPr>
        <p:spPr>
          <a:xfrm>
            <a:off x="720000" y="1673500"/>
            <a:ext cx="4466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2" name="Google Shape;722;p18"/>
          <p:cNvSpPr txBox="1">
            <a:spLocks noGrp="1"/>
          </p:cNvSpPr>
          <p:nvPr>
            <p:ph type="subTitle" idx="1"/>
          </p:nvPr>
        </p:nvSpPr>
        <p:spPr>
          <a:xfrm>
            <a:off x="720000" y="2246200"/>
            <a:ext cx="4466400" cy="13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naheim"/>
              <a:buChar char="◆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24"/>
          <p:cNvPicPr preferRelativeResize="0"/>
          <p:nvPr/>
        </p:nvPicPr>
        <p:blipFill rotWithShape="1">
          <a:blip r:embed="rId2">
            <a:alphaModFix/>
          </a:blip>
          <a:srcRect l="24332" t="5722" r="23343" b="4592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2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75" name="Google Shape;875;p24"/>
          <p:cNvSpPr txBox="1">
            <a:spLocks noGrp="1"/>
          </p:cNvSpPr>
          <p:nvPr>
            <p:ph type="subTitle" idx="1"/>
          </p:nvPr>
        </p:nvSpPr>
        <p:spPr>
          <a:xfrm>
            <a:off x="1110205" y="21931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6" name="Google Shape;876;p24"/>
          <p:cNvSpPr txBox="1">
            <a:spLocks noGrp="1"/>
          </p:cNvSpPr>
          <p:nvPr>
            <p:ph type="subTitle" idx="2"/>
          </p:nvPr>
        </p:nvSpPr>
        <p:spPr>
          <a:xfrm>
            <a:off x="3580050" y="21931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7" name="Google Shape;877;p24"/>
          <p:cNvSpPr txBox="1">
            <a:spLocks noGrp="1"/>
          </p:cNvSpPr>
          <p:nvPr>
            <p:ph type="subTitle" idx="3"/>
          </p:nvPr>
        </p:nvSpPr>
        <p:spPr>
          <a:xfrm>
            <a:off x="1110205" y="3702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8" name="Google Shape;878;p24"/>
          <p:cNvSpPr txBox="1">
            <a:spLocks noGrp="1"/>
          </p:cNvSpPr>
          <p:nvPr>
            <p:ph type="subTitle" idx="4"/>
          </p:nvPr>
        </p:nvSpPr>
        <p:spPr>
          <a:xfrm>
            <a:off x="3580050" y="3702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9" name="Google Shape;879;p24"/>
          <p:cNvSpPr txBox="1">
            <a:spLocks noGrp="1"/>
          </p:cNvSpPr>
          <p:nvPr>
            <p:ph type="subTitle" idx="5"/>
          </p:nvPr>
        </p:nvSpPr>
        <p:spPr>
          <a:xfrm>
            <a:off x="6049895" y="21931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0" name="Google Shape;880;p24"/>
          <p:cNvSpPr txBox="1">
            <a:spLocks noGrp="1"/>
          </p:cNvSpPr>
          <p:nvPr>
            <p:ph type="subTitle" idx="6"/>
          </p:nvPr>
        </p:nvSpPr>
        <p:spPr>
          <a:xfrm>
            <a:off x="6049895" y="3702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1" name="Google Shape;881;p24"/>
          <p:cNvSpPr txBox="1">
            <a:spLocks noGrp="1"/>
          </p:cNvSpPr>
          <p:nvPr>
            <p:ph type="subTitle" idx="7"/>
          </p:nvPr>
        </p:nvSpPr>
        <p:spPr>
          <a:xfrm>
            <a:off x="1111105" y="1735963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2" name="Google Shape;882;p24"/>
          <p:cNvSpPr txBox="1">
            <a:spLocks noGrp="1"/>
          </p:cNvSpPr>
          <p:nvPr>
            <p:ph type="subTitle" idx="8"/>
          </p:nvPr>
        </p:nvSpPr>
        <p:spPr>
          <a:xfrm>
            <a:off x="3580950" y="1735963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3" name="Google Shape;883;p24"/>
          <p:cNvSpPr txBox="1">
            <a:spLocks noGrp="1"/>
          </p:cNvSpPr>
          <p:nvPr>
            <p:ph type="subTitle" idx="9"/>
          </p:nvPr>
        </p:nvSpPr>
        <p:spPr>
          <a:xfrm>
            <a:off x="6050795" y="1735963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4" name="Google Shape;884;p24"/>
          <p:cNvSpPr txBox="1">
            <a:spLocks noGrp="1"/>
          </p:cNvSpPr>
          <p:nvPr>
            <p:ph type="subTitle" idx="13"/>
          </p:nvPr>
        </p:nvSpPr>
        <p:spPr>
          <a:xfrm>
            <a:off x="1111105" y="3245575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5" name="Google Shape;885;p24"/>
          <p:cNvSpPr txBox="1">
            <a:spLocks noGrp="1"/>
          </p:cNvSpPr>
          <p:nvPr>
            <p:ph type="subTitle" idx="14"/>
          </p:nvPr>
        </p:nvSpPr>
        <p:spPr>
          <a:xfrm>
            <a:off x="3580950" y="3245575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6" name="Google Shape;886;p24"/>
          <p:cNvSpPr txBox="1">
            <a:spLocks noGrp="1"/>
          </p:cNvSpPr>
          <p:nvPr>
            <p:ph type="subTitle" idx="15"/>
          </p:nvPr>
        </p:nvSpPr>
        <p:spPr>
          <a:xfrm>
            <a:off x="6050795" y="3245575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887" name="Google Shape;887;p24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888" name="Google Shape;888;p24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4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4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4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4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4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4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4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4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4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8" name="Google Shape;898;p24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899" name="Google Shape;899;p24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4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4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4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4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4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4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4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4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4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p30"/>
          <p:cNvPicPr preferRelativeResize="0"/>
          <p:nvPr/>
        </p:nvPicPr>
        <p:blipFill rotWithShape="1">
          <a:blip r:embed="rId2">
            <a:alphaModFix/>
          </a:blip>
          <a:srcRect l="24332" t="5722" r="23343" b="4592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4" name="Google Shape;1094;p30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1095" name="Google Shape;1095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5" name="Google Shape;1105;p30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1106" name="Google Shape;1106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6" name="Google Shape;1116;p30"/>
          <p:cNvGrpSpPr/>
          <p:nvPr/>
        </p:nvGrpSpPr>
        <p:grpSpPr>
          <a:xfrm>
            <a:off x="1531525" y="4798375"/>
            <a:ext cx="76825" cy="76800"/>
            <a:chOff x="3104875" y="1099400"/>
            <a:chExt cx="76825" cy="76800"/>
          </a:xfrm>
        </p:grpSpPr>
        <p:sp>
          <p:nvSpPr>
            <p:cNvPr id="1117" name="Google Shape;1117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9" name="Google Shape;1119;p30"/>
          <p:cNvGrpSpPr/>
          <p:nvPr/>
        </p:nvGrpSpPr>
        <p:grpSpPr>
          <a:xfrm>
            <a:off x="8745875" y="2533350"/>
            <a:ext cx="76825" cy="76800"/>
            <a:chOff x="3104875" y="1099400"/>
            <a:chExt cx="76825" cy="76800"/>
          </a:xfrm>
        </p:grpSpPr>
        <p:sp>
          <p:nvSpPr>
            <p:cNvPr id="1120" name="Google Shape;1120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2" name="Google Shape;1122;p30"/>
          <p:cNvGrpSpPr/>
          <p:nvPr/>
        </p:nvGrpSpPr>
        <p:grpSpPr>
          <a:xfrm>
            <a:off x="3576600" y="215950"/>
            <a:ext cx="76825" cy="76800"/>
            <a:chOff x="3104875" y="1099400"/>
            <a:chExt cx="76825" cy="76800"/>
          </a:xfrm>
        </p:grpSpPr>
        <p:sp>
          <p:nvSpPr>
            <p:cNvPr id="1123" name="Google Shape;1123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25" name="Google Shape;1125;p30"/>
          <p:cNvPicPr preferRelativeResize="0"/>
          <p:nvPr/>
        </p:nvPicPr>
        <p:blipFill rotWithShape="1">
          <a:blip r:embed="rId3">
            <a:alphaModFix/>
          </a:blip>
          <a:srcRect l="15237" r="10475"/>
          <a:stretch/>
        </p:blipFill>
        <p:spPr>
          <a:xfrm>
            <a:off x="7421549" y="539509"/>
            <a:ext cx="1552574" cy="139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7" name="Google Shape;1127;p31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128" name="Google Shape;1128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29" name="Google Shape;1129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30" name="Google Shape;1130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31" name="Google Shape;1131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32" name="Google Shape;1132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3" name="Google Shape;1133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4" name="Google Shape;1134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5" name="Google Shape;1135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6" name="Google Shape;1136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7" name="Google Shape;1137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8" name="Google Shape;1138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9" name="Google Shape;1139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0" name="Google Shape;1140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1" name="Google Shape;1141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2" name="Google Shape;1142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3" name="Google Shape;1143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4" name="Google Shape;1144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5" name="Google Shape;1145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6" name="Google Shape;1146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7" name="Google Shape;1147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8" name="Google Shape;1148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9" name="Google Shape;1149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0" name="Google Shape;1150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1" name="Google Shape;1151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2" name="Google Shape;1152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3" name="Google Shape;1153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4" name="Google Shape;1154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5" name="Google Shape;1155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6" name="Google Shape;1156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7" name="Google Shape;1157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8" name="Google Shape;1158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9" name="Google Shape;1159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160" name="Google Shape;1160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1" name="Google Shape;1161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2" name="Google Shape;1162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3" name="Google Shape;1163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4" name="Google Shape;1164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5" name="Google Shape;1165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6" name="Google Shape;1166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7" name="Google Shape;1167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168" name="Google Shape;1168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1" name="Google Shape;1171;p31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1172" name="Google Shape;1172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73" name="Google Shape;1173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74" name="Google Shape;1174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75" name="Google Shape;1175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76" name="Google Shape;1176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7" name="Google Shape;1177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8" name="Google Shape;1178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9" name="Google Shape;1179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0" name="Google Shape;1180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1" name="Google Shape;1181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2" name="Google Shape;1182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3" name="Google Shape;1183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4" name="Google Shape;1184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5" name="Google Shape;1185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6" name="Google Shape;1186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7" name="Google Shape;1187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8" name="Google Shape;1188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9" name="Google Shape;1189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0" name="Google Shape;1190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1" name="Google Shape;1191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2" name="Google Shape;1192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3" name="Google Shape;1193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4" name="Google Shape;1194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5" name="Google Shape;1195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6" name="Google Shape;1196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7" name="Google Shape;1197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8" name="Google Shape;1198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9" name="Google Shape;1199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0" name="Google Shape;1200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1" name="Google Shape;1201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2" name="Google Shape;1202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3" name="Google Shape;1203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204" name="Google Shape;1204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5" name="Google Shape;1205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6" name="Google Shape;1206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7" name="Google Shape;1207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8" name="Google Shape;1208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9" name="Google Shape;1209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0" name="Google Shape;1210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1" name="Google Shape;1211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212" name="Google Shape;1212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5" name="Google Shape;1215;p31"/>
          <p:cNvGrpSpPr/>
          <p:nvPr/>
        </p:nvGrpSpPr>
        <p:grpSpPr>
          <a:xfrm>
            <a:off x="274225" y="2188525"/>
            <a:ext cx="76825" cy="76800"/>
            <a:chOff x="3104875" y="1099400"/>
            <a:chExt cx="76825" cy="76800"/>
          </a:xfrm>
        </p:grpSpPr>
        <p:sp>
          <p:nvSpPr>
            <p:cNvPr id="1216" name="Google Shape;1216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31"/>
          <p:cNvGrpSpPr/>
          <p:nvPr/>
        </p:nvGrpSpPr>
        <p:grpSpPr>
          <a:xfrm>
            <a:off x="3783350" y="4781250"/>
            <a:ext cx="76825" cy="76800"/>
            <a:chOff x="3104875" y="1099400"/>
            <a:chExt cx="76825" cy="76800"/>
          </a:xfrm>
        </p:grpSpPr>
        <p:sp>
          <p:nvSpPr>
            <p:cNvPr id="1219" name="Google Shape;1219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1" name="Google Shape;1221;p31"/>
          <p:cNvGrpSpPr/>
          <p:nvPr/>
        </p:nvGrpSpPr>
        <p:grpSpPr>
          <a:xfrm>
            <a:off x="7034175" y="263575"/>
            <a:ext cx="76825" cy="76800"/>
            <a:chOff x="3104875" y="1099400"/>
            <a:chExt cx="76825" cy="76800"/>
          </a:xfrm>
        </p:grpSpPr>
        <p:sp>
          <p:nvSpPr>
            <p:cNvPr id="1222" name="Google Shape;1222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24" name="Google Shape;1224;p31"/>
          <p:cNvPicPr preferRelativeResize="0"/>
          <p:nvPr/>
        </p:nvPicPr>
        <p:blipFill rotWithShape="1">
          <a:blip r:embed="rId2">
            <a:alphaModFix/>
          </a:blip>
          <a:srcRect l="24332" t="5722" r="23343" b="4592"/>
          <a:stretch/>
        </p:blipFill>
        <p:spPr>
          <a:xfrm rot="2268302">
            <a:off x="204037" y="21898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31"/>
          <p:cNvPicPr preferRelativeResize="0"/>
          <p:nvPr/>
        </p:nvPicPr>
        <p:blipFill rotWithShape="1">
          <a:blip r:embed="rId3">
            <a:alphaModFix/>
          </a:blip>
          <a:srcRect l="18647" t="7960" r="8852" b="8337"/>
          <a:stretch/>
        </p:blipFill>
        <p:spPr>
          <a:xfrm rot="-1406513">
            <a:off x="899285" y="427425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31"/>
          <p:cNvPicPr preferRelativeResize="0"/>
          <p:nvPr/>
        </p:nvPicPr>
        <p:blipFill rotWithShape="1">
          <a:blip r:embed="rId4">
            <a:alphaModFix/>
          </a:blip>
          <a:srcRect l="25538" t="7152" r="23468" b="5838"/>
          <a:stretch/>
        </p:blipFill>
        <p:spPr>
          <a:xfrm>
            <a:off x="6925599" y="75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31"/>
          <p:cNvPicPr preferRelativeResize="0"/>
          <p:nvPr/>
        </p:nvPicPr>
        <p:blipFill rotWithShape="1">
          <a:blip r:embed="rId5">
            <a:alphaModFix/>
          </a:blip>
          <a:srcRect l="15237" r="10475"/>
          <a:stretch/>
        </p:blipFill>
        <p:spPr>
          <a:xfrm rot="1220421">
            <a:off x="6684874" y="2035009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31"/>
          <p:cNvPicPr preferRelativeResize="0"/>
          <p:nvPr/>
        </p:nvPicPr>
        <p:blipFill rotWithShape="1">
          <a:blip r:embed="rId6">
            <a:alphaModFix/>
          </a:blip>
          <a:srcRect l="22010" r="18456"/>
          <a:stretch/>
        </p:blipFill>
        <p:spPr>
          <a:xfrm rot="-1592621">
            <a:off x="1473480" y="2658333"/>
            <a:ext cx="903663" cy="853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8"/>
          <p:cNvSpPr txBox="1">
            <a:spLocks noGrp="1"/>
          </p:cNvSpPr>
          <p:nvPr>
            <p:ph type="title"/>
          </p:nvPr>
        </p:nvSpPr>
        <p:spPr>
          <a:xfrm>
            <a:off x="943050" y="1307100"/>
            <a:ext cx="7257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36" name="Google Shape;336;p8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337" name="Google Shape;337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38" name="Google Shape;338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39" name="Google Shape;339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40" name="Google Shape;340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41" name="Google Shape;341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2" name="Google Shape;342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3" name="Google Shape;343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4" name="Google Shape;344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5" name="Google Shape;345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6" name="Google Shape;346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7" name="Google Shape;347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8" name="Google Shape;348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9" name="Google Shape;349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0" name="Google Shape;350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1" name="Google Shape;351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2" name="Google Shape;352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3" name="Google Shape;353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4" name="Google Shape;354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5" name="Google Shape;355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6" name="Google Shape;356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7" name="Google Shape;357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8" name="Google Shape;358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9" name="Google Shape;359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0" name="Google Shape;360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1" name="Google Shape;361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2" name="Google Shape;362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3" name="Google Shape;363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4" name="Google Shape;364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5" name="Google Shape;365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6" name="Google Shape;366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7" name="Google Shape;367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8" name="Google Shape;368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69" name="Google Shape;369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" name="Google Shape;370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" name="Google Shape;371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" name="Google Shape;372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" name="Google Shape;373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" name="Google Shape;374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" name="Google Shape;375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" name="Google Shape;376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77" name="Google Shape;377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" name="Google Shape;380;p8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381" name="Google Shape;381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82" name="Google Shape;382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3" name="Google Shape;383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84" name="Google Shape;384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85" name="Google Shape;385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6" name="Google Shape;386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7" name="Google Shape;387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8" name="Google Shape;388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9" name="Google Shape;389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0" name="Google Shape;390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1" name="Google Shape;391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2" name="Google Shape;392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3" name="Google Shape;393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4" name="Google Shape;394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5" name="Google Shape;395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6" name="Google Shape;396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7" name="Google Shape;397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8" name="Google Shape;398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9" name="Google Shape;399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0" name="Google Shape;400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1" name="Google Shape;401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2" name="Google Shape;402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3" name="Google Shape;403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4" name="Google Shape;404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5" name="Google Shape;405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6" name="Google Shape;406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7" name="Google Shape;407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8" name="Google Shape;408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9" name="Google Shape;409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0" name="Google Shape;410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1" name="Google Shape;411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2" name="Google Shape;412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13" name="Google Shape;413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" name="Google Shape;414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" name="Google Shape;415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" name="Google Shape;416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" name="Google Shape;417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" name="Google Shape;418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" name="Google Shape;419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" name="Google Shape;420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21" name="Google Shape;421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56641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Black"/>
              <a:buNone/>
              <a:defRPr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◆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5" r:id="rId3"/>
    <p:sldLayoutId id="2147483658" r:id="rId4"/>
    <p:sldLayoutId id="2147483662" r:id="rId5"/>
    <p:sldLayoutId id="2147483664" r:id="rId6"/>
    <p:sldLayoutId id="2147483670" r:id="rId7"/>
    <p:sldLayoutId id="2147483676" r:id="rId8"/>
    <p:sldLayoutId id="2147483677" r:id="rId9"/>
    <p:sldLayoutId id="214748368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" name="Google Shape;1239;p35"/>
          <p:cNvPicPr preferRelativeResize="0"/>
          <p:nvPr/>
        </p:nvPicPr>
        <p:blipFill rotWithShape="1">
          <a:blip r:embed="rId3">
            <a:alphaModFix/>
          </a:blip>
          <a:srcRect l="25538" t="7152" r="23468" b="5838"/>
          <a:stretch/>
        </p:blipFill>
        <p:spPr>
          <a:xfrm>
            <a:off x="5198299" y="70850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0" name="Google Shape;1240;p35"/>
          <p:cNvPicPr preferRelativeResize="0"/>
          <p:nvPr/>
        </p:nvPicPr>
        <p:blipFill rotWithShape="1">
          <a:blip r:embed="rId4">
            <a:alphaModFix/>
          </a:blip>
          <a:srcRect l="22010" r="18456"/>
          <a:stretch/>
        </p:blipFill>
        <p:spPr>
          <a:xfrm rot="-1020085">
            <a:off x="7029503" y="3396240"/>
            <a:ext cx="1187445" cy="1121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1" name="Google Shape;1241;p35"/>
          <p:cNvGrpSpPr/>
          <p:nvPr/>
        </p:nvGrpSpPr>
        <p:grpSpPr>
          <a:xfrm>
            <a:off x="7905475" y="1913575"/>
            <a:ext cx="76825" cy="76800"/>
            <a:chOff x="3104875" y="1099400"/>
            <a:chExt cx="76825" cy="76800"/>
          </a:xfrm>
        </p:grpSpPr>
        <p:sp>
          <p:nvSpPr>
            <p:cNvPr id="1242" name="Google Shape;1242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4" name="Google Shape;1244;p35"/>
          <p:cNvGrpSpPr/>
          <p:nvPr/>
        </p:nvGrpSpPr>
        <p:grpSpPr>
          <a:xfrm>
            <a:off x="5419450" y="3918800"/>
            <a:ext cx="76825" cy="76800"/>
            <a:chOff x="3104875" y="1099400"/>
            <a:chExt cx="76825" cy="76800"/>
          </a:xfrm>
        </p:grpSpPr>
        <p:sp>
          <p:nvSpPr>
            <p:cNvPr id="1245" name="Google Shape;1245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7" name="Google Shape;1247;p35"/>
          <p:cNvGrpSpPr/>
          <p:nvPr/>
        </p:nvGrpSpPr>
        <p:grpSpPr>
          <a:xfrm>
            <a:off x="4400275" y="699350"/>
            <a:ext cx="76825" cy="76800"/>
            <a:chOff x="3104875" y="1099400"/>
            <a:chExt cx="76825" cy="76800"/>
          </a:xfrm>
        </p:grpSpPr>
        <p:sp>
          <p:nvSpPr>
            <p:cNvPr id="1248" name="Google Shape;1248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50" name="Google Shape;1250;p35"/>
          <p:cNvPicPr preferRelativeResize="0"/>
          <p:nvPr/>
        </p:nvPicPr>
        <p:blipFill rotWithShape="1">
          <a:blip r:embed="rId5">
            <a:alphaModFix/>
          </a:blip>
          <a:srcRect l="18647" t="7960" r="8852" b="8337"/>
          <a:stretch/>
        </p:blipFill>
        <p:spPr>
          <a:xfrm rot="-1152297">
            <a:off x="6577050" y="457137"/>
            <a:ext cx="1647827" cy="10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35"/>
          <p:cNvSpPr txBox="1">
            <a:spLocks noGrp="1"/>
          </p:cNvSpPr>
          <p:nvPr>
            <p:ph type="ctrTitle"/>
          </p:nvPr>
        </p:nvSpPr>
        <p:spPr>
          <a:xfrm>
            <a:off x="713225" y="1256688"/>
            <a:ext cx="7033800" cy="21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Montserrat"/>
                <a:ea typeface="Montserrat"/>
                <a:cs typeface="Montserrat"/>
                <a:sym typeface="Montserrat"/>
              </a:rPr>
              <a:t>DEEPGUARD</a:t>
            </a:r>
            <a:r>
              <a:rPr lang="en-US" sz="2800" dirty="0">
                <a:latin typeface="Montserrat"/>
                <a:ea typeface="Montserrat"/>
                <a:cs typeface="Montserrat"/>
                <a:sym typeface="Montserrat"/>
              </a:rPr>
              <a:t/>
            </a:r>
            <a:br>
              <a:rPr lang="en-US" sz="2800" dirty="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800" b="1" dirty="0">
                <a:latin typeface="Montserrat"/>
                <a:ea typeface="Montserrat"/>
                <a:cs typeface="Montserrat"/>
                <a:sym typeface="Montserrat"/>
              </a:rPr>
              <a:t>MULTIMODAL DETECTION OF MANIPULATED DIGITAL CONTENT</a:t>
            </a:r>
            <a:endParaRPr sz="28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2" name="Google Shape;1252;p35"/>
          <p:cNvSpPr txBox="1">
            <a:spLocks noGrp="1"/>
          </p:cNvSpPr>
          <p:nvPr>
            <p:ph type="subTitle" idx="1"/>
          </p:nvPr>
        </p:nvSpPr>
        <p:spPr>
          <a:xfrm>
            <a:off x="713225" y="3521113"/>
            <a:ext cx="4528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Khadija Irfan 025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Zujajah Khan 031</a:t>
            </a:r>
            <a:endParaRPr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3" name="Google Shape;1303;p38"/>
          <p:cNvPicPr preferRelativeResize="0"/>
          <p:nvPr/>
        </p:nvPicPr>
        <p:blipFill rotWithShape="1">
          <a:blip r:embed="rId3">
            <a:alphaModFix/>
          </a:blip>
          <a:srcRect l="26807" t="7660" r="25401" b="5391"/>
          <a:stretch/>
        </p:blipFill>
        <p:spPr>
          <a:xfrm>
            <a:off x="484075" y="2724275"/>
            <a:ext cx="1739952" cy="1780604"/>
          </a:xfrm>
          <a:prstGeom prst="rect">
            <a:avLst/>
          </a:prstGeom>
          <a:noFill/>
          <a:ln>
            <a:noFill/>
          </a:ln>
        </p:spPr>
      </p:pic>
      <p:sp>
        <p:nvSpPr>
          <p:cNvPr id="1304" name="Google Shape;1304;p38"/>
          <p:cNvSpPr txBox="1">
            <a:spLocks noGrp="1"/>
          </p:cNvSpPr>
          <p:nvPr>
            <p:ph type="title"/>
          </p:nvPr>
        </p:nvSpPr>
        <p:spPr>
          <a:xfrm>
            <a:off x="4169163" y="1304271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Introduction</a:t>
            </a:r>
            <a:endParaRPr dirty="0"/>
          </a:p>
        </p:txBody>
      </p:sp>
      <p:sp>
        <p:nvSpPr>
          <p:cNvPr id="1305" name="Google Shape;1305;p38"/>
          <p:cNvSpPr txBox="1">
            <a:spLocks noGrp="1"/>
          </p:cNvSpPr>
          <p:nvPr>
            <p:ph type="subTitle" idx="1"/>
          </p:nvPr>
        </p:nvSpPr>
        <p:spPr>
          <a:xfrm>
            <a:off x="4169163" y="1947962"/>
            <a:ext cx="4294800" cy="12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Rapid spread of misinformation on social media</a:t>
            </a:r>
          </a:p>
          <a:p>
            <a:r>
              <a:rPr lang="en-US" dirty="0"/>
              <a:t>Text and images together can be misleading</a:t>
            </a:r>
          </a:p>
          <a:p>
            <a:r>
              <a:rPr lang="en-US" dirty="0"/>
              <a:t>Existing systems focus on single modality</a:t>
            </a:r>
          </a:p>
          <a:p>
            <a:r>
              <a:rPr lang="en-US" dirty="0"/>
              <a:t>Need for multimodal analysis with context checking</a:t>
            </a:r>
          </a:p>
        </p:txBody>
      </p:sp>
      <p:pic>
        <p:nvPicPr>
          <p:cNvPr id="1306" name="Google Shape;1306;p38"/>
          <p:cNvPicPr preferRelativeResize="0"/>
          <p:nvPr/>
        </p:nvPicPr>
        <p:blipFill rotWithShape="1">
          <a:blip r:embed="rId4">
            <a:alphaModFix/>
          </a:blip>
          <a:srcRect l="25538" t="7152" r="23468" b="5838"/>
          <a:stretch/>
        </p:blipFill>
        <p:spPr>
          <a:xfrm>
            <a:off x="1491599" y="33347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7" name="Google Shape;1307;p38"/>
          <p:cNvPicPr preferRelativeResize="0"/>
          <p:nvPr/>
        </p:nvPicPr>
        <p:blipFill rotWithShape="1">
          <a:blip r:embed="rId5">
            <a:alphaModFix/>
          </a:blip>
          <a:srcRect l="22010" r="18456"/>
          <a:stretch/>
        </p:blipFill>
        <p:spPr>
          <a:xfrm rot="-1020103">
            <a:off x="5083338" y="473539"/>
            <a:ext cx="652201" cy="61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8" name="Google Shape;1308;p38"/>
          <p:cNvPicPr preferRelativeResize="0"/>
          <p:nvPr/>
        </p:nvPicPr>
        <p:blipFill rotWithShape="1">
          <a:blip r:embed="rId6">
            <a:alphaModFix/>
          </a:blip>
          <a:srcRect l="18647" t="7960" r="8852" b="8337"/>
          <a:stretch/>
        </p:blipFill>
        <p:spPr>
          <a:xfrm rot="-1152297">
            <a:off x="2228325" y="1412887"/>
            <a:ext cx="1647827" cy="10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9" name="Google Shape;1309;p38"/>
          <p:cNvPicPr preferRelativeResize="0"/>
          <p:nvPr/>
        </p:nvPicPr>
        <p:blipFill rotWithShape="1">
          <a:blip r:embed="rId7">
            <a:alphaModFix/>
          </a:blip>
          <a:srcRect l="15237" r="10475"/>
          <a:stretch/>
        </p:blipFill>
        <p:spPr>
          <a:xfrm rot="1220421">
            <a:off x="1665699" y="2919147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0" name="Google Shape;1310;p38"/>
          <p:cNvPicPr preferRelativeResize="0"/>
          <p:nvPr/>
        </p:nvPicPr>
        <p:blipFill rotWithShape="1">
          <a:blip r:embed="rId5">
            <a:alphaModFix/>
          </a:blip>
          <a:srcRect l="22010" r="18456"/>
          <a:stretch/>
        </p:blipFill>
        <p:spPr>
          <a:xfrm rot="3321565">
            <a:off x="3843063" y="3766862"/>
            <a:ext cx="652200" cy="616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1" name="Google Shape;1311;p38"/>
          <p:cNvGrpSpPr/>
          <p:nvPr/>
        </p:nvGrpSpPr>
        <p:grpSpPr>
          <a:xfrm>
            <a:off x="1003700" y="2099400"/>
            <a:ext cx="76825" cy="76800"/>
            <a:chOff x="3104875" y="1099400"/>
            <a:chExt cx="76825" cy="76800"/>
          </a:xfrm>
        </p:grpSpPr>
        <p:sp>
          <p:nvSpPr>
            <p:cNvPr id="1312" name="Google Shape;1312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4" name="Google Shape;1314;p38"/>
          <p:cNvGrpSpPr/>
          <p:nvPr/>
        </p:nvGrpSpPr>
        <p:grpSpPr>
          <a:xfrm>
            <a:off x="3765550" y="1029325"/>
            <a:ext cx="76825" cy="76800"/>
            <a:chOff x="3104875" y="1099400"/>
            <a:chExt cx="76825" cy="76800"/>
          </a:xfrm>
        </p:grpSpPr>
        <p:sp>
          <p:nvSpPr>
            <p:cNvPr id="1315" name="Google Shape;1315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7" name="Google Shape;1317;p38"/>
          <p:cNvGrpSpPr/>
          <p:nvPr/>
        </p:nvGrpSpPr>
        <p:grpSpPr>
          <a:xfrm>
            <a:off x="4870450" y="4197150"/>
            <a:ext cx="76825" cy="76800"/>
            <a:chOff x="3104875" y="1099400"/>
            <a:chExt cx="76825" cy="76800"/>
          </a:xfrm>
        </p:grpSpPr>
        <p:sp>
          <p:nvSpPr>
            <p:cNvPr id="1318" name="Google Shape;1318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p5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Problem Statement</a:t>
            </a:r>
            <a:endParaRPr dirty="0"/>
          </a:p>
        </p:txBody>
      </p:sp>
      <p:sp>
        <p:nvSpPr>
          <p:cNvPr id="1873" name="Google Shape;1873;p53"/>
          <p:cNvSpPr txBox="1">
            <a:spLocks noGrp="1"/>
          </p:cNvSpPr>
          <p:nvPr>
            <p:ph type="subTitle" idx="1"/>
          </p:nvPr>
        </p:nvSpPr>
        <p:spPr>
          <a:xfrm>
            <a:off x="720000" y="1448250"/>
            <a:ext cx="4466400" cy="238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 Misinformation spreads rapidly online</a:t>
            </a:r>
          </a:p>
          <a:p>
            <a:pPr>
              <a:lnSpc>
                <a:spcPct val="150000"/>
              </a:lnSpc>
            </a:pPr>
            <a:r>
              <a:rPr lang="en-US" dirty="0"/>
              <a:t> Existing systems analyze text </a:t>
            </a:r>
            <a:r>
              <a:rPr lang="en-US" dirty="0" smtClean="0"/>
              <a:t>or images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 Cannot detect mismatch between text and image</a:t>
            </a:r>
          </a:p>
          <a:p>
            <a:pPr>
              <a:lnSpc>
                <a:spcPct val="150000"/>
              </a:lnSpc>
            </a:pPr>
            <a:r>
              <a:rPr lang="en-US" dirty="0"/>
              <a:t> Need for integrated and context-aware system</a:t>
            </a:r>
          </a:p>
        </p:txBody>
      </p:sp>
      <p:grpSp>
        <p:nvGrpSpPr>
          <p:cNvPr id="1874" name="Google Shape;1874;p53"/>
          <p:cNvGrpSpPr/>
          <p:nvPr/>
        </p:nvGrpSpPr>
        <p:grpSpPr>
          <a:xfrm>
            <a:off x="1235075" y="4054275"/>
            <a:ext cx="76825" cy="76800"/>
            <a:chOff x="3104875" y="1099400"/>
            <a:chExt cx="76825" cy="76800"/>
          </a:xfrm>
        </p:grpSpPr>
        <p:sp>
          <p:nvSpPr>
            <p:cNvPr id="1875" name="Google Shape;1875;p5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5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7" name="Google Shape;1877;p53"/>
          <p:cNvGrpSpPr/>
          <p:nvPr/>
        </p:nvGrpSpPr>
        <p:grpSpPr>
          <a:xfrm>
            <a:off x="1714950" y="845800"/>
            <a:ext cx="76825" cy="76800"/>
            <a:chOff x="3104875" y="1099400"/>
            <a:chExt cx="76825" cy="76800"/>
          </a:xfrm>
        </p:grpSpPr>
        <p:sp>
          <p:nvSpPr>
            <p:cNvPr id="1878" name="Google Shape;1878;p5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5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0" name="Google Shape;1880;p53"/>
          <p:cNvGrpSpPr/>
          <p:nvPr/>
        </p:nvGrpSpPr>
        <p:grpSpPr>
          <a:xfrm>
            <a:off x="5376475" y="3066125"/>
            <a:ext cx="76825" cy="76800"/>
            <a:chOff x="3104875" y="1099400"/>
            <a:chExt cx="76825" cy="76800"/>
          </a:xfrm>
        </p:grpSpPr>
        <p:sp>
          <p:nvSpPr>
            <p:cNvPr id="1881" name="Google Shape;1881;p5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53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83" name="Google Shape;1883;p53"/>
          <p:cNvPicPr preferRelativeResize="0"/>
          <p:nvPr/>
        </p:nvPicPr>
        <p:blipFill rotWithShape="1">
          <a:blip r:embed="rId3">
            <a:alphaModFix/>
          </a:blip>
          <a:srcRect l="24332" t="5722" r="23343" b="4592"/>
          <a:stretch/>
        </p:blipFill>
        <p:spPr>
          <a:xfrm rot="2268302">
            <a:off x="6219637" y="2590174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4" name="Google Shape;1884;p53"/>
          <p:cNvPicPr preferRelativeResize="0"/>
          <p:nvPr/>
        </p:nvPicPr>
        <p:blipFill rotWithShape="1">
          <a:blip r:embed="rId4">
            <a:alphaModFix/>
          </a:blip>
          <a:srcRect l="15237" r="10475"/>
          <a:stretch/>
        </p:blipFill>
        <p:spPr>
          <a:xfrm rot="-8866461">
            <a:off x="7184037" y="1883943"/>
            <a:ext cx="1535572" cy="1375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5" name="Google Shape;1885;p53"/>
          <p:cNvPicPr preferRelativeResize="0"/>
          <p:nvPr/>
        </p:nvPicPr>
        <p:blipFill rotWithShape="1">
          <a:blip r:embed="rId5">
            <a:alphaModFix/>
          </a:blip>
          <a:srcRect l="22010" r="18456"/>
          <a:stretch/>
        </p:blipFill>
        <p:spPr>
          <a:xfrm rot="1203246">
            <a:off x="5673206" y="1367046"/>
            <a:ext cx="1115441" cy="105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6" name="Google Shape;1886;p53"/>
          <p:cNvPicPr preferRelativeResize="0"/>
          <p:nvPr/>
        </p:nvPicPr>
        <p:blipFill rotWithShape="1">
          <a:blip r:embed="rId6">
            <a:alphaModFix/>
          </a:blip>
          <a:srcRect l="18647" t="7960" r="8852" b="8337"/>
          <a:stretch/>
        </p:blipFill>
        <p:spPr>
          <a:xfrm rot="-1406513">
            <a:off x="5138385" y="3649387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7" name="Google Shape;1887;p53"/>
          <p:cNvPicPr preferRelativeResize="0"/>
          <p:nvPr/>
        </p:nvPicPr>
        <p:blipFill rotWithShape="1">
          <a:blip r:embed="rId7">
            <a:alphaModFix/>
          </a:blip>
          <a:srcRect l="25538" t="7152" r="23468" b="5838"/>
          <a:stretch/>
        </p:blipFill>
        <p:spPr>
          <a:xfrm>
            <a:off x="6634726" y="778425"/>
            <a:ext cx="1671077" cy="160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7" name="Google Shape;1917;p55"/>
          <p:cNvPicPr preferRelativeResize="0"/>
          <p:nvPr/>
        </p:nvPicPr>
        <p:blipFill rotWithShape="1">
          <a:blip r:embed="rId3">
            <a:alphaModFix/>
          </a:blip>
          <a:srcRect l="25538" t="7152" r="23468" b="5838"/>
          <a:stretch/>
        </p:blipFill>
        <p:spPr>
          <a:xfrm>
            <a:off x="5865751" y="384075"/>
            <a:ext cx="1671077" cy="160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8" name="Google Shape;1918;p55"/>
          <p:cNvSpPr txBox="1">
            <a:spLocks noGrp="1"/>
          </p:cNvSpPr>
          <p:nvPr>
            <p:ph type="title"/>
          </p:nvPr>
        </p:nvSpPr>
        <p:spPr>
          <a:xfrm>
            <a:off x="719994" y="1504663"/>
            <a:ext cx="4466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Related Work</a:t>
            </a:r>
            <a:endParaRPr dirty="0"/>
          </a:p>
        </p:txBody>
      </p:sp>
      <p:sp>
        <p:nvSpPr>
          <p:cNvPr id="1919" name="Google Shape;1919;p55"/>
          <p:cNvSpPr txBox="1">
            <a:spLocks noGrp="1"/>
          </p:cNvSpPr>
          <p:nvPr>
            <p:ph type="subTitle" idx="1"/>
          </p:nvPr>
        </p:nvSpPr>
        <p:spPr>
          <a:xfrm>
            <a:off x="719994" y="2077363"/>
            <a:ext cx="4466400" cy="13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Text-based: SVM, BERT (only text)</a:t>
            </a:r>
          </a:p>
          <a:p>
            <a:pPr>
              <a:lnSpc>
                <a:spcPct val="150000"/>
              </a:lnSpc>
            </a:pPr>
            <a:r>
              <a:rPr lang="en-US" dirty="0"/>
              <a:t>Image-based: CNN, Deepfake detection</a:t>
            </a:r>
          </a:p>
          <a:p>
            <a:pPr>
              <a:lnSpc>
                <a:spcPct val="150000"/>
              </a:lnSpc>
            </a:pPr>
            <a:r>
              <a:rPr lang="en-US" dirty="0"/>
              <a:t>Multimodal: Combine features but limited interaction</a:t>
            </a:r>
          </a:p>
          <a:p>
            <a:pPr>
              <a:lnSpc>
                <a:spcPct val="150000"/>
              </a:lnSpc>
            </a:pPr>
            <a:r>
              <a:rPr lang="en-US" dirty="0"/>
              <a:t>Gap: Lack of context consistency analysis</a:t>
            </a:r>
          </a:p>
        </p:txBody>
      </p:sp>
      <p:grpSp>
        <p:nvGrpSpPr>
          <p:cNvPr id="1920" name="Google Shape;1920;p55"/>
          <p:cNvGrpSpPr/>
          <p:nvPr/>
        </p:nvGrpSpPr>
        <p:grpSpPr>
          <a:xfrm>
            <a:off x="2508425" y="3974075"/>
            <a:ext cx="76825" cy="76800"/>
            <a:chOff x="3104875" y="1099400"/>
            <a:chExt cx="76825" cy="76800"/>
          </a:xfrm>
        </p:grpSpPr>
        <p:sp>
          <p:nvSpPr>
            <p:cNvPr id="1921" name="Google Shape;1921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3" name="Google Shape;1923;p55"/>
          <p:cNvGrpSpPr/>
          <p:nvPr/>
        </p:nvGrpSpPr>
        <p:grpSpPr>
          <a:xfrm>
            <a:off x="3880625" y="914550"/>
            <a:ext cx="76825" cy="76800"/>
            <a:chOff x="3104875" y="1099400"/>
            <a:chExt cx="76825" cy="76800"/>
          </a:xfrm>
        </p:grpSpPr>
        <p:sp>
          <p:nvSpPr>
            <p:cNvPr id="1924" name="Google Shape;1924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26" name="Google Shape;1926;p55"/>
          <p:cNvGrpSpPr/>
          <p:nvPr/>
        </p:nvGrpSpPr>
        <p:grpSpPr>
          <a:xfrm>
            <a:off x="5496800" y="2992425"/>
            <a:ext cx="76825" cy="76800"/>
            <a:chOff x="3104875" y="1099400"/>
            <a:chExt cx="76825" cy="76800"/>
          </a:xfrm>
        </p:grpSpPr>
        <p:sp>
          <p:nvSpPr>
            <p:cNvPr id="1927" name="Google Shape;1927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5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29" name="Google Shape;1929;p55"/>
          <p:cNvPicPr preferRelativeResize="0"/>
          <p:nvPr/>
        </p:nvPicPr>
        <p:blipFill rotWithShape="1">
          <a:blip r:embed="rId4">
            <a:alphaModFix/>
          </a:blip>
          <a:srcRect l="24332" t="5722" r="23343" b="4592"/>
          <a:stretch/>
        </p:blipFill>
        <p:spPr>
          <a:xfrm rot="3189503">
            <a:off x="6334036" y="2295000"/>
            <a:ext cx="1857375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0" name="Google Shape;1930;p55"/>
          <p:cNvPicPr preferRelativeResize="0"/>
          <p:nvPr/>
        </p:nvPicPr>
        <p:blipFill rotWithShape="1">
          <a:blip r:embed="rId5">
            <a:alphaModFix/>
          </a:blip>
          <a:srcRect l="15237" r="10475"/>
          <a:stretch/>
        </p:blipFill>
        <p:spPr>
          <a:xfrm rot="-8866461">
            <a:off x="5681762" y="2864743"/>
            <a:ext cx="1535572" cy="1375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1" name="Google Shape;1931;p55"/>
          <p:cNvPicPr preferRelativeResize="0"/>
          <p:nvPr/>
        </p:nvPicPr>
        <p:blipFill rotWithShape="1">
          <a:blip r:embed="rId6">
            <a:alphaModFix/>
          </a:blip>
          <a:srcRect l="22010" r="18456"/>
          <a:stretch/>
        </p:blipFill>
        <p:spPr>
          <a:xfrm rot="1203246">
            <a:off x="7347606" y="1729371"/>
            <a:ext cx="1115441" cy="105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2" name="Google Shape;1932;p55"/>
          <p:cNvPicPr preferRelativeResize="0"/>
          <p:nvPr/>
        </p:nvPicPr>
        <p:blipFill rotWithShape="1">
          <a:blip r:embed="rId7">
            <a:alphaModFix/>
          </a:blip>
          <a:srcRect l="18647" t="7960" r="8852" b="8337"/>
          <a:stretch/>
        </p:blipFill>
        <p:spPr>
          <a:xfrm rot="-1406505">
            <a:off x="5352664" y="1240081"/>
            <a:ext cx="1891408" cy="1228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03;p38">
            <a:extLst>
              <a:ext uri="{FF2B5EF4-FFF2-40B4-BE49-F238E27FC236}">
                <a16:creationId xmlns:a16="http://schemas.microsoft.com/office/drawing/2014/main" id="{ED5B76ED-FB9B-AA6A-3E1B-C4C9A5B1D07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6807" t="7660" r="25401" b="5391"/>
          <a:stretch/>
        </p:blipFill>
        <p:spPr>
          <a:xfrm>
            <a:off x="484075" y="2724275"/>
            <a:ext cx="1739952" cy="1780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306;p38">
            <a:extLst>
              <a:ext uri="{FF2B5EF4-FFF2-40B4-BE49-F238E27FC236}">
                <a16:creationId xmlns:a16="http://schemas.microsoft.com/office/drawing/2014/main" id="{067B9C6E-3B9B-DFCB-EE09-1A1680584E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5538" t="7152" r="23468" b="5838"/>
          <a:stretch/>
        </p:blipFill>
        <p:spPr>
          <a:xfrm>
            <a:off x="1491599" y="333475"/>
            <a:ext cx="1920000" cy="184272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5AC666-E80A-CDC6-51F2-87D14A41A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5975" y="1526700"/>
            <a:ext cx="4294800" cy="572700"/>
          </a:xfrm>
        </p:spPr>
        <p:txBody>
          <a:bodyPr/>
          <a:lstStyle/>
          <a:p>
            <a:r>
              <a:rPr lang="en-US" dirty="0"/>
              <a:t>Project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D854C7-BC89-5FC7-FF96-2A1DA1BDE4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5975" y="2176200"/>
            <a:ext cx="4294800" cy="12231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Web-based application</a:t>
            </a:r>
          </a:p>
          <a:p>
            <a:pPr>
              <a:lnSpc>
                <a:spcPct val="150000"/>
              </a:lnSpc>
            </a:pPr>
            <a:r>
              <a:rPr lang="en-US" dirty="0"/>
              <a:t>Analyze text &amp; image inputs</a:t>
            </a:r>
          </a:p>
          <a:p>
            <a:pPr>
              <a:lnSpc>
                <a:spcPct val="150000"/>
              </a:lnSpc>
            </a:pPr>
            <a:r>
              <a:rPr lang="en-US" dirty="0"/>
              <a:t>Provide prediction with confidence score</a:t>
            </a:r>
          </a:p>
          <a:p>
            <a:pPr>
              <a:lnSpc>
                <a:spcPct val="150000"/>
              </a:lnSpc>
            </a:pPr>
            <a:r>
              <a:rPr lang="en-US" dirty="0"/>
              <a:t>Basic explainability and user-friendly interface</a:t>
            </a:r>
          </a:p>
          <a:p>
            <a:pPr marL="139700" indent="0">
              <a:buNone/>
            </a:pPr>
            <a:endParaRPr lang="en-US" dirty="0"/>
          </a:p>
        </p:txBody>
      </p:sp>
      <p:pic>
        <p:nvPicPr>
          <p:cNvPr id="4" name="Google Shape;1308;p38">
            <a:extLst>
              <a:ext uri="{FF2B5EF4-FFF2-40B4-BE49-F238E27FC236}">
                <a16:creationId xmlns:a16="http://schemas.microsoft.com/office/drawing/2014/main" id="{7D4C1495-2B6A-72D2-F024-FD2780FAC04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8647" t="7960" r="8852" b="8337"/>
          <a:stretch/>
        </p:blipFill>
        <p:spPr>
          <a:xfrm rot="20447703">
            <a:off x="2228325" y="1412887"/>
            <a:ext cx="1647827" cy="10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09;p38">
            <a:extLst>
              <a:ext uri="{FF2B5EF4-FFF2-40B4-BE49-F238E27FC236}">
                <a16:creationId xmlns:a16="http://schemas.microsoft.com/office/drawing/2014/main" id="{2EBEC94D-2400-8C20-7CA3-3A8E5524FDC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5237" r="10475"/>
          <a:stretch/>
        </p:blipFill>
        <p:spPr>
          <a:xfrm rot="1220421">
            <a:off x="1665699" y="2919147"/>
            <a:ext cx="1552575" cy="13908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oogle Shape;1311;p38">
            <a:extLst>
              <a:ext uri="{FF2B5EF4-FFF2-40B4-BE49-F238E27FC236}">
                <a16:creationId xmlns:a16="http://schemas.microsoft.com/office/drawing/2014/main" id="{5EC428B4-FBF9-8F28-E9C6-44FE6B4E77D8}"/>
              </a:ext>
            </a:extLst>
          </p:cNvPr>
          <p:cNvGrpSpPr/>
          <p:nvPr/>
        </p:nvGrpSpPr>
        <p:grpSpPr>
          <a:xfrm>
            <a:off x="1003700" y="2099400"/>
            <a:ext cx="76825" cy="76800"/>
            <a:chOff x="3104875" y="1099400"/>
            <a:chExt cx="76825" cy="76800"/>
          </a:xfrm>
        </p:grpSpPr>
        <p:sp>
          <p:nvSpPr>
            <p:cNvPr id="7" name="Google Shape;1312;p38">
              <a:extLst>
                <a:ext uri="{FF2B5EF4-FFF2-40B4-BE49-F238E27FC236}">
                  <a16:creationId xmlns:a16="http://schemas.microsoft.com/office/drawing/2014/main" id="{9A87AF01-C794-FFBF-3A93-5C2988A19E17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13;p38">
              <a:extLst>
                <a:ext uri="{FF2B5EF4-FFF2-40B4-BE49-F238E27FC236}">
                  <a16:creationId xmlns:a16="http://schemas.microsoft.com/office/drawing/2014/main" id="{34A3C3B7-279C-4EBE-5231-E90789D69A7C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" name="Google Shape;1314;p38">
            <a:extLst>
              <a:ext uri="{FF2B5EF4-FFF2-40B4-BE49-F238E27FC236}">
                <a16:creationId xmlns:a16="http://schemas.microsoft.com/office/drawing/2014/main" id="{CB676B42-89FD-FEE9-A8AE-2F4902A1EC6E}"/>
              </a:ext>
            </a:extLst>
          </p:cNvPr>
          <p:cNvGrpSpPr/>
          <p:nvPr/>
        </p:nvGrpSpPr>
        <p:grpSpPr>
          <a:xfrm>
            <a:off x="3765550" y="1029325"/>
            <a:ext cx="76825" cy="76800"/>
            <a:chOff x="3104875" y="1099400"/>
            <a:chExt cx="76825" cy="76800"/>
          </a:xfrm>
        </p:grpSpPr>
        <p:sp>
          <p:nvSpPr>
            <p:cNvPr id="10" name="Google Shape;1315;p38">
              <a:extLst>
                <a:ext uri="{FF2B5EF4-FFF2-40B4-BE49-F238E27FC236}">
                  <a16:creationId xmlns:a16="http://schemas.microsoft.com/office/drawing/2014/main" id="{82010E33-BD65-60BB-D78F-899AEEEEDB13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16;p38">
              <a:extLst>
                <a:ext uri="{FF2B5EF4-FFF2-40B4-BE49-F238E27FC236}">
                  <a16:creationId xmlns:a16="http://schemas.microsoft.com/office/drawing/2014/main" id="{322C4BEA-7021-3356-E571-9B91EDD298CD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" name="Google Shape;1307;p38">
            <a:extLst>
              <a:ext uri="{FF2B5EF4-FFF2-40B4-BE49-F238E27FC236}">
                <a16:creationId xmlns:a16="http://schemas.microsoft.com/office/drawing/2014/main" id="{3CA1F1C2-4E0B-55B9-903E-DB5AA6553F5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22010" r="18456"/>
          <a:stretch/>
        </p:blipFill>
        <p:spPr>
          <a:xfrm rot="20579897">
            <a:off x="5083338" y="473539"/>
            <a:ext cx="652201" cy="61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307;p38">
            <a:extLst>
              <a:ext uri="{FF2B5EF4-FFF2-40B4-BE49-F238E27FC236}">
                <a16:creationId xmlns:a16="http://schemas.microsoft.com/office/drawing/2014/main" id="{49312DDA-4952-A677-603D-A0DDBB792C2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22010" r="18456"/>
          <a:stretch/>
        </p:blipFill>
        <p:spPr>
          <a:xfrm rot="20579897">
            <a:off x="5957276" y="4015910"/>
            <a:ext cx="652201" cy="6162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5524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67E4-E142-6E8B-580A-E9C34F8B3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E37EC410-F73D-1EEC-DEF3-CAAE5DDED2EC}"/>
              </a:ext>
            </a:extLst>
          </p:cNvPr>
          <p:cNvSpPr>
            <a:spLocks noGrp="1"/>
          </p:cNvSpPr>
          <p:nvPr>
            <p:ph type="subTitle" idx="7"/>
          </p:nvPr>
        </p:nvSpPr>
        <p:spPr>
          <a:xfrm>
            <a:off x="720000" y="2129847"/>
            <a:ext cx="2131967" cy="457200"/>
          </a:xfrm>
        </p:spPr>
        <p:txBody>
          <a:bodyPr/>
          <a:lstStyle/>
          <a:p>
            <a:r>
              <a:rPr lang="en-US" dirty="0"/>
              <a:t>Multimodal detection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CA6D9BB8-9D5A-C906-76B7-FFC3067CA8A0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3351051" y="2114550"/>
            <a:ext cx="2441898" cy="457200"/>
          </a:xfrm>
        </p:spPr>
        <p:txBody>
          <a:bodyPr/>
          <a:lstStyle/>
          <a:p>
            <a:r>
              <a:rPr lang="en-US" dirty="0"/>
              <a:t>Context consistency checking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809B4A3F-446D-BC75-BCE4-C8658FE200E4}"/>
              </a:ext>
            </a:extLst>
          </p:cNvPr>
          <p:cNvSpPr>
            <a:spLocks noGrp="1"/>
          </p:cNvSpPr>
          <p:nvPr>
            <p:ph type="subTitle" idx="9"/>
          </p:nvPr>
        </p:nvSpPr>
        <p:spPr>
          <a:xfrm>
            <a:off x="6439800" y="2016379"/>
            <a:ext cx="1984200" cy="457200"/>
          </a:xfrm>
        </p:spPr>
        <p:txBody>
          <a:bodyPr/>
          <a:lstStyle/>
          <a:p>
            <a:r>
              <a:rPr lang="en-US" dirty="0"/>
              <a:t>Sentiment analysis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EC7AD769-991B-8149-EE01-9AB0D413422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1658112" y="3604694"/>
            <a:ext cx="1984200" cy="457200"/>
          </a:xfrm>
        </p:spPr>
        <p:txBody>
          <a:bodyPr/>
          <a:lstStyle/>
          <a:p>
            <a:r>
              <a:rPr lang="en-US" dirty="0"/>
              <a:t>Confidence score</a:t>
            </a:r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A000F591-44E3-F591-A509-2C1D64003E08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5178102" y="3604694"/>
            <a:ext cx="2307786" cy="457200"/>
          </a:xfrm>
        </p:spPr>
        <p:txBody>
          <a:bodyPr/>
          <a:lstStyle/>
          <a:p>
            <a:r>
              <a:rPr lang="en-US" dirty="0"/>
              <a:t>Explainability</a:t>
            </a:r>
          </a:p>
        </p:txBody>
      </p:sp>
      <p:pic>
        <p:nvPicPr>
          <p:cNvPr id="3" name="Google Shape;2179;p60">
            <a:extLst>
              <a:ext uri="{FF2B5EF4-FFF2-40B4-BE49-F238E27FC236}">
                <a16:creationId xmlns:a16="http://schemas.microsoft.com/office/drawing/2014/main" id="{6DD49D4C-2D8F-BF8A-7BB0-0956EE3925A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5237" r="10475"/>
          <a:stretch/>
        </p:blipFill>
        <p:spPr>
          <a:xfrm rot="13941348">
            <a:off x="7577241" y="2661919"/>
            <a:ext cx="1535572" cy="1375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178;p60">
            <a:extLst>
              <a:ext uri="{FF2B5EF4-FFF2-40B4-BE49-F238E27FC236}">
                <a16:creationId xmlns:a16="http://schemas.microsoft.com/office/drawing/2014/main" id="{0E52D027-2473-4F5B-2A6E-8449128014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2010" r="18456"/>
          <a:stretch/>
        </p:blipFill>
        <p:spPr>
          <a:xfrm rot="20007379">
            <a:off x="322071" y="982766"/>
            <a:ext cx="903663" cy="8538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1314;p38">
            <a:extLst>
              <a:ext uri="{FF2B5EF4-FFF2-40B4-BE49-F238E27FC236}">
                <a16:creationId xmlns:a16="http://schemas.microsoft.com/office/drawing/2014/main" id="{DE700180-5925-918D-D74A-F54BEBFDECFD}"/>
              </a:ext>
            </a:extLst>
          </p:cNvPr>
          <p:cNvGrpSpPr/>
          <p:nvPr/>
        </p:nvGrpSpPr>
        <p:grpSpPr>
          <a:xfrm>
            <a:off x="4323111" y="2902729"/>
            <a:ext cx="76825" cy="76800"/>
            <a:chOff x="3104875" y="1099400"/>
            <a:chExt cx="76825" cy="76800"/>
          </a:xfrm>
        </p:grpSpPr>
        <p:sp>
          <p:nvSpPr>
            <p:cNvPr id="6" name="Google Shape;1315;p38">
              <a:extLst>
                <a:ext uri="{FF2B5EF4-FFF2-40B4-BE49-F238E27FC236}">
                  <a16:creationId xmlns:a16="http://schemas.microsoft.com/office/drawing/2014/main" id="{205B8B21-9BA9-732E-B08E-4C0372526485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16;p38">
              <a:extLst>
                <a:ext uri="{FF2B5EF4-FFF2-40B4-BE49-F238E27FC236}">
                  <a16:creationId xmlns:a16="http://schemas.microsoft.com/office/drawing/2014/main" id="{698506B3-92B7-6014-9553-20ABF6E5A946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1314;p38">
            <a:extLst>
              <a:ext uri="{FF2B5EF4-FFF2-40B4-BE49-F238E27FC236}">
                <a16:creationId xmlns:a16="http://schemas.microsoft.com/office/drawing/2014/main" id="{1D5C1B0A-EC14-1B17-490A-7A338327B1F9}"/>
              </a:ext>
            </a:extLst>
          </p:cNvPr>
          <p:cNvGrpSpPr/>
          <p:nvPr/>
        </p:nvGrpSpPr>
        <p:grpSpPr>
          <a:xfrm>
            <a:off x="1619699" y="2742000"/>
            <a:ext cx="76825" cy="76800"/>
            <a:chOff x="3104875" y="1099400"/>
            <a:chExt cx="76825" cy="76800"/>
          </a:xfrm>
        </p:grpSpPr>
        <p:sp>
          <p:nvSpPr>
            <p:cNvPr id="14" name="Google Shape;1315;p38">
              <a:extLst>
                <a:ext uri="{FF2B5EF4-FFF2-40B4-BE49-F238E27FC236}">
                  <a16:creationId xmlns:a16="http://schemas.microsoft.com/office/drawing/2014/main" id="{528C9B44-414A-16EA-1DE5-36610A7552AC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16;p38">
              <a:extLst>
                <a:ext uri="{FF2B5EF4-FFF2-40B4-BE49-F238E27FC236}">
                  <a16:creationId xmlns:a16="http://schemas.microsoft.com/office/drawing/2014/main" id="{B04FF272-DC50-1BE6-EE7B-27A3D2AD2CDC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314;p38">
            <a:extLst>
              <a:ext uri="{FF2B5EF4-FFF2-40B4-BE49-F238E27FC236}">
                <a16:creationId xmlns:a16="http://schemas.microsoft.com/office/drawing/2014/main" id="{9E2839D7-5BAA-82BF-C624-1F6C39505880}"/>
              </a:ext>
            </a:extLst>
          </p:cNvPr>
          <p:cNvGrpSpPr/>
          <p:nvPr/>
        </p:nvGrpSpPr>
        <p:grpSpPr>
          <a:xfrm>
            <a:off x="6813550" y="1043206"/>
            <a:ext cx="76825" cy="76800"/>
            <a:chOff x="3104875" y="1099400"/>
            <a:chExt cx="76825" cy="76800"/>
          </a:xfrm>
        </p:grpSpPr>
        <p:sp>
          <p:nvSpPr>
            <p:cNvPr id="17" name="Google Shape;1315;p38">
              <a:extLst>
                <a:ext uri="{FF2B5EF4-FFF2-40B4-BE49-F238E27FC236}">
                  <a16:creationId xmlns:a16="http://schemas.microsoft.com/office/drawing/2014/main" id="{0B62B7F3-9F34-D8B2-6792-C626216AB04C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16;p38">
              <a:extLst>
                <a:ext uri="{FF2B5EF4-FFF2-40B4-BE49-F238E27FC236}">
                  <a16:creationId xmlns:a16="http://schemas.microsoft.com/office/drawing/2014/main" id="{C9C53259-21F4-B42C-03BB-94478AAF7BED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314;p38">
            <a:extLst>
              <a:ext uri="{FF2B5EF4-FFF2-40B4-BE49-F238E27FC236}">
                <a16:creationId xmlns:a16="http://schemas.microsoft.com/office/drawing/2014/main" id="{31BCD9A9-43FA-5A46-20DC-4FE532A6AC24}"/>
              </a:ext>
            </a:extLst>
          </p:cNvPr>
          <p:cNvGrpSpPr/>
          <p:nvPr/>
        </p:nvGrpSpPr>
        <p:grpSpPr>
          <a:xfrm>
            <a:off x="6736725" y="3212033"/>
            <a:ext cx="76825" cy="76800"/>
            <a:chOff x="3104875" y="1099400"/>
            <a:chExt cx="76825" cy="76800"/>
          </a:xfrm>
        </p:grpSpPr>
        <p:sp>
          <p:nvSpPr>
            <p:cNvPr id="20" name="Google Shape;1315;p38">
              <a:extLst>
                <a:ext uri="{FF2B5EF4-FFF2-40B4-BE49-F238E27FC236}">
                  <a16:creationId xmlns:a16="http://schemas.microsoft.com/office/drawing/2014/main" id="{3E66D6F3-A3B0-71FA-EA78-39B4FFBB21A7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16;p38">
              <a:extLst>
                <a:ext uri="{FF2B5EF4-FFF2-40B4-BE49-F238E27FC236}">
                  <a16:creationId xmlns:a16="http://schemas.microsoft.com/office/drawing/2014/main" id="{CAD039A4-7469-739B-5769-2CEFDFA37BA9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90340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303;p38">
            <a:extLst>
              <a:ext uri="{FF2B5EF4-FFF2-40B4-BE49-F238E27FC236}">
                <a16:creationId xmlns:a16="http://schemas.microsoft.com/office/drawing/2014/main" id="{BD600F39-17B4-A5A9-B40B-3A9725EB38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6807" t="7660" r="25401" b="5391"/>
          <a:stretch/>
        </p:blipFill>
        <p:spPr>
          <a:xfrm>
            <a:off x="6475997" y="3141950"/>
            <a:ext cx="1739952" cy="1780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9" name="Google Shape;2179;p60"/>
          <p:cNvPicPr preferRelativeResize="0"/>
          <p:nvPr/>
        </p:nvPicPr>
        <p:blipFill rotWithShape="1">
          <a:blip r:embed="rId4">
            <a:alphaModFix/>
          </a:blip>
          <a:srcRect l="15237" r="10475"/>
          <a:stretch/>
        </p:blipFill>
        <p:spPr>
          <a:xfrm rot="-8866461">
            <a:off x="6831612" y="204793"/>
            <a:ext cx="1535572" cy="1375613"/>
          </a:xfrm>
          <a:prstGeom prst="rect">
            <a:avLst/>
          </a:prstGeom>
          <a:noFill/>
          <a:ln>
            <a:noFill/>
          </a:ln>
        </p:spPr>
      </p:pic>
      <p:sp>
        <p:nvSpPr>
          <p:cNvPr id="2157" name="Google Shape;2157;p60"/>
          <p:cNvSpPr txBox="1">
            <a:spLocks noGrp="1"/>
          </p:cNvSpPr>
          <p:nvPr>
            <p:ph type="subTitle" idx="1"/>
          </p:nvPr>
        </p:nvSpPr>
        <p:spPr>
          <a:xfrm>
            <a:off x="1110205" y="21931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Text + Image</a:t>
            </a:r>
            <a:endParaRPr dirty="0"/>
          </a:p>
        </p:txBody>
      </p:sp>
      <p:sp>
        <p:nvSpPr>
          <p:cNvPr id="2156" name="Google Shape;2156;p6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System Architecture</a:t>
            </a:r>
            <a:endParaRPr dirty="0"/>
          </a:p>
        </p:txBody>
      </p:sp>
      <p:sp>
        <p:nvSpPr>
          <p:cNvPr id="2158" name="Google Shape;2158;p60"/>
          <p:cNvSpPr txBox="1">
            <a:spLocks noGrp="1"/>
          </p:cNvSpPr>
          <p:nvPr>
            <p:ph type="subTitle" idx="2"/>
          </p:nvPr>
        </p:nvSpPr>
        <p:spPr>
          <a:xfrm>
            <a:off x="3580050" y="21931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 err="1"/>
              <a:t>DistilBERT</a:t>
            </a:r>
            <a:endParaRPr dirty="0"/>
          </a:p>
        </p:txBody>
      </p:sp>
      <p:sp>
        <p:nvSpPr>
          <p:cNvPr id="2161" name="Google Shape;2161;p60"/>
          <p:cNvSpPr txBox="1">
            <a:spLocks noGrp="1"/>
          </p:cNvSpPr>
          <p:nvPr>
            <p:ph type="subTitle" idx="5"/>
          </p:nvPr>
        </p:nvSpPr>
        <p:spPr>
          <a:xfrm>
            <a:off x="6049895" y="21931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CNN</a:t>
            </a:r>
            <a:endParaRPr dirty="0"/>
          </a:p>
        </p:txBody>
      </p:sp>
      <p:sp>
        <p:nvSpPr>
          <p:cNvPr id="2163" name="Google Shape;2163;p60"/>
          <p:cNvSpPr txBox="1">
            <a:spLocks noGrp="1"/>
          </p:cNvSpPr>
          <p:nvPr>
            <p:ph type="subTitle" idx="7"/>
          </p:nvPr>
        </p:nvSpPr>
        <p:spPr>
          <a:xfrm>
            <a:off x="1111105" y="1735963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Input</a:t>
            </a:r>
            <a:endParaRPr dirty="0"/>
          </a:p>
        </p:txBody>
      </p:sp>
      <p:sp>
        <p:nvSpPr>
          <p:cNvPr id="2164" name="Google Shape;2164;p60"/>
          <p:cNvSpPr txBox="1">
            <a:spLocks noGrp="1"/>
          </p:cNvSpPr>
          <p:nvPr>
            <p:ph type="subTitle" idx="8"/>
          </p:nvPr>
        </p:nvSpPr>
        <p:spPr>
          <a:xfrm>
            <a:off x="3580950" y="1735963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Text Model</a:t>
            </a:r>
            <a:endParaRPr dirty="0"/>
          </a:p>
        </p:txBody>
      </p:sp>
      <p:sp>
        <p:nvSpPr>
          <p:cNvPr id="2165" name="Google Shape;2165;p60"/>
          <p:cNvSpPr txBox="1">
            <a:spLocks noGrp="1"/>
          </p:cNvSpPr>
          <p:nvPr>
            <p:ph type="subTitle" idx="9"/>
          </p:nvPr>
        </p:nvSpPr>
        <p:spPr>
          <a:xfrm>
            <a:off x="6050795" y="1735963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Image Model</a:t>
            </a:r>
            <a:endParaRPr dirty="0"/>
          </a:p>
        </p:txBody>
      </p:sp>
      <p:sp>
        <p:nvSpPr>
          <p:cNvPr id="2166" name="Google Shape;2166;p60"/>
          <p:cNvSpPr txBox="1">
            <a:spLocks noGrp="1"/>
          </p:cNvSpPr>
          <p:nvPr>
            <p:ph type="subTitle" idx="13"/>
          </p:nvPr>
        </p:nvSpPr>
        <p:spPr>
          <a:xfrm>
            <a:off x="2244961" y="3267782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Sentiment &amp; Metadata</a:t>
            </a:r>
            <a:endParaRPr dirty="0"/>
          </a:p>
        </p:txBody>
      </p:sp>
      <p:sp>
        <p:nvSpPr>
          <p:cNvPr id="2167" name="Google Shape;2167;p60"/>
          <p:cNvSpPr txBox="1">
            <a:spLocks noGrp="1"/>
          </p:cNvSpPr>
          <p:nvPr>
            <p:ph type="subTitle" idx="14"/>
          </p:nvPr>
        </p:nvSpPr>
        <p:spPr>
          <a:xfrm>
            <a:off x="5615198" y="3303412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Context Matching</a:t>
            </a:r>
            <a:endParaRPr dirty="0"/>
          </a:p>
        </p:txBody>
      </p:sp>
      <p:grpSp>
        <p:nvGrpSpPr>
          <p:cNvPr id="2169" name="Google Shape;2169;p60"/>
          <p:cNvGrpSpPr/>
          <p:nvPr/>
        </p:nvGrpSpPr>
        <p:grpSpPr>
          <a:xfrm>
            <a:off x="1235075" y="1091575"/>
            <a:ext cx="76825" cy="76800"/>
            <a:chOff x="3104875" y="1099400"/>
            <a:chExt cx="76825" cy="76800"/>
          </a:xfrm>
        </p:grpSpPr>
        <p:sp>
          <p:nvSpPr>
            <p:cNvPr id="2170" name="Google Shape;2170;p6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6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2" name="Google Shape;2172;p60"/>
          <p:cNvGrpSpPr/>
          <p:nvPr/>
        </p:nvGrpSpPr>
        <p:grpSpPr>
          <a:xfrm>
            <a:off x="3350650" y="4436375"/>
            <a:ext cx="76825" cy="76800"/>
            <a:chOff x="3104875" y="1099400"/>
            <a:chExt cx="76825" cy="76800"/>
          </a:xfrm>
        </p:grpSpPr>
        <p:sp>
          <p:nvSpPr>
            <p:cNvPr id="2173" name="Google Shape;2173;p6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6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5" name="Google Shape;2175;p60"/>
          <p:cNvGrpSpPr/>
          <p:nvPr/>
        </p:nvGrpSpPr>
        <p:grpSpPr>
          <a:xfrm>
            <a:off x="5815575" y="3103550"/>
            <a:ext cx="76825" cy="76800"/>
            <a:chOff x="3104875" y="1099400"/>
            <a:chExt cx="76825" cy="76800"/>
          </a:xfrm>
        </p:grpSpPr>
        <p:sp>
          <p:nvSpPr>
            <p:cNvPr id="2176" name="Google Shape;2176;p6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6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78" name="Google Shape;2178;p60"/>
          <p:cNvPicPr preferRelativeResize="0"/>
          <p:nvPr/>
        </p:nvPicPr>
        <p:blipFill rotWithShape="1">
          <a:blip r:embed="rId5">
            <a:alphaModFix/>
          </a:blip>
          <a:srcRect l="22010" r="18456"/>
          <a:stretch/>
        </p:blipFill>
        <p:spPr>
          <a:xfrm rot="-1592621">
            <a:off x="188255" y="2917696"/>
            <a:ext cx="903663" cy="853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A0A9D-42EE-7644-1DE5-988DBFD49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Sustainable Development Goals (SDGs)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54605E-8ED6-3D3E-92FE-F810411ED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1826202"/>
            <a:ext cx="4466400" cy="2389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SDG 4: Quality Education (digital awareness)</a:t>
            </a:r>
          </a:p>
          <a:p>
            <a:pPr>
              <a:lnSpc>
                <a:spcPct val="150000"/>
              </a:lnSpc>
            </a:pPr>
            <a:r>
              <a:rPr lang="en-US" dirty="0"/>
              <a:t>SDG 9: Innovation &amp; Infrastructure</a:t>
            </a:r>
          </a:p>
          <a:p>
            <a:pPr>
              <a:lnSpc>
                <a:spcPct val="150000"/>
              </a:lnSpc>
            </a:pPr>
            <a:r>
              <a:rPr lang="en-US" dirty="0"/>
              <a:t>SDG 16: Peace, Justice &amp; Strong Institutions</a:t>
            </a:r>
          </a:p>
          <a:p>
            <a:pPr>
              <a:lnSpc>
                <a:spcPct val="150000"/>
              </a:lnSpc>
            </a:pPr>
            <a:r>
              <a:rPr lang="en-US" dirty="0"/>
              <a:t>Helps reduce misinformation impact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grpSp>
        <p:nvGrpSpPr>
          <p:cNvPr id="4" name="Google Shape;1880;p53">
            <a:extLst>
              <a:ext uri="{FF2B5EF4-FFF2-40B4-BE49-F238E27FC236}">
                <a16:creationId xmlns:a16="http://schemas.microsoft.com/office/drawing/2014/main" id="{C05ACE33-3379-9AA6-A37F-9482229DAAFA}"/>
              </a:ext>
            </a:extLst>
          </p:cNvPr>
          <p:cNvGrpSpPr/>
          <p:nvPr/>
        </p:nvGrpSpPr>
        <p:grpSpPr>
          <a:xfrm rot="1611835">
            <a:off x="1756046" y="1388922"/>
            <a:ext cx="76825" cy="76800"/>
            <a:chOff x="3104875" y="1099400"/>
            <a:chExt cx="76825" cy="76800"/>
          </a:xfrm>
        </p:grpSpPr>
        <p:sp>
          <p:nvSpPr>
            <p:cNvPr id="5" name="Google Shape;1881;p53">
              <a:extLst>
                <a:ext uri="{FF2B5EF4-FFF2-40B4-BE49-F238E27FC236}">
                  <a16:creationId xmlns:a16="http://schemas.microsoft.com/office/drawing/2014/main" id="{358D99A0-4B82-977E-C110-5F86790B196B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882;p53">
              <a:extLst>
                <a:ext uri="{FF2B5EF4-FFF2-40B4-BE49-F238E27FC236}">
                  <a16:creationId xmlns:a16="http://schemas.microsoft.com/office/drawing/2014/main" id="{974E69AB-3F77-92B8-6C95-ADBA22584055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Google Shape;1883;p53">
            <a:extLst>
              <a:ext uri="{FF2B5EF4-FFF2-40B4-BE49-F238E27FC236}">
                <a16:creationId xmlns:a16="http://schemas.microsoft.com/office/drawing/2014/main" id="{D1FB156B-85A8-72AB-5FB1-110DE73A447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4332" t="5722" r="23343" b="4592"/>
          <a:stretch/>
        </p:blipFill>
        <p:spPr>
          <a:xfrm rot="2268302">
            <a:off x="6219637" y="2590174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884;p53">
            <a:extLst>
              <a:ext uri="{FF2B5EF4-FFF2-40B4-BE49-F238E27FC236}">
                <a16:creationId xmlns:a16="http://schemas.microsoft.com/office/drawing/2014/main" id="{69256414-A4EA-38FF-DBD4-9C63A81D6C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5237" r="10475"/>
          <a:stretch/>
        </p:blipFill>
        <p:spPr>
          <a:xfrm rot="12733539">
            <a:off x="7184037" y="1883943"/>
            <a:ext cx="1535572" cy="1375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886;p53">
            <a:extLst>
              <a:ext uri="{FF2B5EF4-FFF2-40B4-BE49-F238E27FC236}">
                <a16:creationId xmlns:a16="http://schemas.microsoft.com/office/drawing/2014/main" id="{4A6C5868-CB2D-DED9-951A-42693085399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8647" t="7960" r="8852" b="8337"/>
          <a:stretch/>
        </p:blipFill>
        <p:spPr>
          <a:xfrm rot="20193487">
            <a:off x="5138385" y="3649387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887;p53">
            <a:extLst>
              <a:ext uri="{FF2B5EF4-FFF2-40B4-BE49-F238E27FC236}">
                <a16:creationId xmlns:a16="http://schemas.microsoft.com/office/drawing/2014/main" id="{E4B8E8DC-5E2C-1FB0-81D4-88243C3C0ED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5538" t="7152" r="23468" b="5838"/>
          <a:stretch/>
        </p:blipFill>
        <p:spPr>
          <a:xfrm>
            <a:off x="6634726" y="778425"/>
            <a:ext cx="1671077" cy="160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885;p53">
            <a:extLst>
              <a:ext uri="{FF2B5EF4-FFF2-40B4-BE49-F238E27FC236}">
                <a16:creationId xmlns:a16="http://schemas.microsoft.com/office/drawing/2014/main" id="{A838008C-468F-DD8C-7CEE-0737ADBFBAE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22010" r="18456"/>
          <a:stretch/>
        </p:blipFill>
        <p:spPr>
          <a:xfrm rot="1203246">
            <a:off x="5673206" y="1367046"/>
            <a:ext cx="1115441" cy="10539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880;p53">
            <a:extLst>
              <a:ext uri="{FF2B5EF4-FFF2-40B4-BE49-F238E27FC236}">
                <a16:creationId xmlns:a16="http://schemas.microsoft.com/office/drawing/2014/main" id="{588D7861-10CD-84FC-84E0-C1D01E0E455B}"/>
              </a:ext>
            </a:extLst>
          </p:cNvPr>
          <p:cNvGrpSpPr/>
          <p:nvPr/>
        </p:nvGrpSpPr>
        <p:grpSpPr>
          <a:xfrm rot="17646115">
            <a:off x="2443704" y="4139202"/>
            <a:ext cx="76825" cy="76800"/>
            <a:chOff x="3104875" y="1099400"/>
            <a:chExt cx="76825" cy="76800"/>
          </a:xfrm>
        </p:grpSpPr>
        <p:sp>
          <p:nvSpPr>
            <p:cNvPr id="13" name="Google Shape;1881;p53">
              <a:extLst>
                <a:ext uri="{FF2B5EF4-FFF2-40B4-BE49-F238E27FC236}">
                  <a16:creationId xmlns:a16="http://schemas.microsoft.com/office/drawing/2014/main" id="{4310C665-34BD-E187-EF5F-ABFE0060E459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882;p53">
              <a:extLst>
                <a:ext uri="{FF2B5EF4-FFF2-40B4-BE49-F238E27FC236}">
                  <a16:creationId xmlns:a16="http://schemas.microsoft.com/office/drawing/2014/main" id="{4748B7A8-420B-76B7-AC38-B91F103FBBBA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1880;p53">
            <a:extLst>
              <a:ext uri="{FF2B5EF4-FFF2-40B4-BE49-F238E27FC236}">
                <a16:creationId xmlns:a16="http://schemas.microsoft.com/office/drawing/2014/main" id="{13705610-5E19-B0FB-7141-90F165124BE3}"/>
              </a:ext>
            </a:extLst>
          </p:cNvPr>
          <p:cNvGrpSpPr/>
          <p:nvPr/>
        </p:nvGrpSpPr>
        <p:grpSpPr>
          <a:xfrm>
            <a:off x="5408026" y="3021102"/>
            <a:ext cx="76825" cy="76800"/>
            <a:chOff x="3104875" y="1099400"/>
            <a:chExt cx="76825" cy="76800"/>
          </a:xfrm>
        </p:grpSpPr>
        <p:sp>
          <p:nvSpPr>
            <p:cNvPr id="16" name="Google Shape;1881;p53">
              <a:extLst>
                <a:ext uri="{FF2B5EF4-FFF2-40B4-BE49-F238E27FC236}">
                  <a16:creationId xmlns:a16="http://schemas.microsoft.com/office/drawing/2014/main" id="{6C71E6FB-BE18-E052-FF0D-BA1BFC9BFFB1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882;p53">
              <a:extLst>
                <a:ext uri="{FF2B5EF4-FFF2-40B4-BE49-F238E27FC236}">
                  <a16:creationId xmlns:a16="http://schemas.microsoft.com/office/drawing/2014/main" id="{4797F63A-184A-6AED-2968-14B2CCD640CB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54873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303;p38">
            <a:extLst>
              <a:ext uri="{FF2B5EF4-FFF2-40B4-BE49-F238E27FC236}">
                <a16:creationId xmlns:a16="http://schemas.microsoft.com/office/drawing/2014/main" id="{E3C75F5E-A0E4-AF72-F3DC-6296D7AD530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6807" t="7660" r="25401" b="5391"/>
          <a:stretch/>
        </p:blipFill>
        <p:spPr>
          <a:xfrm>
            <a:off x="484075" y="2724275"/>
            <a:ext cx="1739952" cy="17806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E73FAB-1E83-FDE7-CBBD-1ADBB608C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5975" y="1526700"/>
            <a:ext cx="4294800" cy="572700"/>
          </a:xfrm>
        </p:spPr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45B8E-87E5-FFCA-0042-D2DC9F05D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5975" y="2176200"/>
            <a:ext cx="4294800" cy="12231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Agile development approach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DistilBERT</a:t>
            </a:r>
            <a:r>
              <a:rPr lang="en-US" dirty="0"/>
              <a:t> for text analysis</a:t>
            </a:r>
          </a:p>
          <a:p>
            <a:pPr>
              <a:lnSpc>
                <a:spcPct val="150000"/>
              </a:lnSpc>
            </a:pPr>
            <a:r>
              <a:rPr lang="en-US" dirty="0"/>
              <a:t>CNN for image analysis</a:t>
            </a:r>
          </a:p>
          <a:p>
            <a:pPr>
              <a:lnSpc>
                <a:spcPct val="150000"/>
              </a:lnSpc>
            </a:pPr>
            <a:r>
              <a:rPr lang="en-US" dirty="0"/>
              <a:t>Sentiment &amp; metadata analysis</a:t>
            </a:r>
          </a:p>
          <a:p>
            <a:pPr>
              <a:lnSpc>
                <a:spcPct val="150000"/>
              </a:lnSpc>
            </a:pPr>
            <a:r>
              <a:rPr lang="en-US" dirty="0"/>
              <a:t>Context consistency checking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4" name="Google Shape;1306;p38">
            <a:extLst>
              <a:ext uri="{FF2B5EF4-FFF2-40B4-BE49-F238E27FC236}">
                <a16:creationId xmlns:a16="http://schemas.microsoft.com/office/drawing/2014/main" id="{FCB82D12-C56C-B429-AFFF-36046D357E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5538" t="7152" r="23468" b="5838"/>
          <a:stretch/>
        </p:blipFill>
        <p:spPr>
          <a:xfrm>
            <a:off x="1491599" y="33347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308;p38">
            <a:extLst>
              <a:ext uri="{FF2B5EF4-FFF2-40B4-BE49-F238E27FC236}">
                <a16:creationId xmlns:a16="http://schemas.microsoft.com/office/drawing/2014/main" id="{4E439072-0D73-C495-9B78-52991B953F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8647" t="7960" r="8852" b="8337"/>
          <a:stretch/>
        </p:blipFill>
        <p:spPr>
          <a:xfrm rot="20447703">
            <a:off x="2228325" y="1412887"/>
            <a:ext cx="1647827" cy="10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309;p38">
            <a:extLst>
              <a:ext uri="{FF2B5EF4-FFF2-40B4-BE49-F238E27FC236}">
                <a16:creationId xmlns:a16="http://schemas.microsoft.com/office/drawing/2014/main" id="{56DC9608-D71C-CFF7-F161-57217DCE5CA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5237" r="10475"/>
          <a:stretch/>
        </p:blipFill>
        <p:spPr>
          <a:xfrm rot="1220421">
            <a:off x="1665699" y="2919147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10;p38">
            <a:extLst>
              <a:ext uri="{FF2B5EF4-FFF2-40B4-BE49-F238E27FC236}">
                <a16:creationId xmlns:a16="http://schemas.microsoft.com/office/drawing/2014/main" id="{8AD50747-EC2B-8148-325C-39ADAA9EC8C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22010" r="18456"/>
          <a:stretch/>
        </p:blipFill>
        <p:spPr>
          <a:xfrm rot="3321565">
            <a:off x="3843063" y="3766862"/>
            <a:ext cx="652200" cy="616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oogle Shape;1311;p38">
            <a:extLst>
              <a:ext uri="{FF2B5EF4-FFF2-40B4-BE49-F238E27FC236}">
                <a16:creationId xmlns:a16="http://schemas.microsoft.com/office/drawing/2014/main" id="{0093CFBE-BE3F-7694-049F-BB7E5CA02293}"/>
              </a:ext>
            </a:extLst>
          </p:cNvPr>
          <p:cNvGrpSpPr/>
          <p:nvPr/>
        </p:nvGrpSpPr>
        <p:grpSpPr>
          <a:xfrm>
            <a:off x="1003700" y="2099400"/>
            <a:ext cx="76825" cy="76800"/>
            <a:chOff x="3104875" y="1099400"/>
            <a:chExt cx="76825" cy="76800"/>
          </a:xfrm>
        </p:grpSpPr>
        <p:sp>
          <p:nvSpPr>
            <p:cNvPr id="9" name="Google Shape;1312;p38">
              <a:extLst>
                <a:ext uri="{FF2B5EF4-FFF2-40B4-BE49-F238E27FC236}">
                  <a16:creationId xmlns:a16="http://schemas.microsoft.com/office/drawing/2014/main" id="{348AABF3-077A-BB08-0181-D7AD6135E4A6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13;p38">
              <a:extLst>
                <a:ext uri="{FF2B5EF4-FFF2-40B4-BE49-F238E27FC236}">
                  <a16:creationId xmlns:a16="http://schemas.microsoft.com/office/drawing/2014/main" id="{5774910C-D327-5B89-B0C1-21CD5E3701D0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" name="Google Shape;1314;p38">
            <a:extLst>
              <a:ext uri="{FF2B5EF4-FFF2-40B4-BE49-F238E27FC236}">
                <a16:creationId xmlns:a16="http://schemas.microsoft.com/office/drawing/2014/main" id="{A6F76603-F958-61F2-5B67-F67BADFA4A78}"/>
              </a:ext>
            </a:extLst>
          </p:cNvPr>
          <p:cNvGrpSpPr/>
          <p:nvPr/>
        </p:nvGrpSpPr>
        <p:grpSpPr>
          <a:xfrm>
            <a:off x="3765550" y="1029325"/>
            <a:ext cx="76825" cy="76800"/>
            <a:chOff x="3104875" y="1099400"/>
            <a:chExt cx="76825" cy="76800"/>
          </a:xfrm>
        </p:grpSpPr>
        <p:sp>
          <p:nvSpPr>
            <p:cNvPr id="12" name="Google Shape;1315;p38">
              <a:extLst>
                <a:ext uri="{FF2B5EF4-FFF2-40B4-BE49-F238E27FC236}">
                  <a16:creationId xmlns:a16="http://schemas.microsoft.com/office/drawing/2014/main" id="{6DC96B85-9616-E65C-BA36-21348F0A43E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16;p38">
              <a:extLst>
                <a:ext uri="{FF2B5EF4-FFF2-40B4-BE49-F238E27FC236}">
                  <a16:creationId xmlns:a16="http://schemas.microsoft.com/office/drawing/2014/main" id="{703AAE46-8012-B5A3-4A80-80D7DD58465A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" name="Google Shape;1307;p38">
            <a:extLst>
              <a:ext uri="{FF2B5EF4-FFF2-40B4-BE49-F238E27FC236}">
                <a16:creationId xmlns:a16="http://schemas.microsoft.com/office/drawing/2014/main" id="{A943B335-854B-7C52-CC23-5949AFD288D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22010" r="18456"/>
          <a:stretch/>
        </p:blipFill>
        <p:spPr>
          <a:xfrm rot="20579897">
            <a:off x="5083338" y="473539"/>
            <a:ext cx="652201" cy="6162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8161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48413-0566-6967-4988-82CBD18C9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623918"/>
            <a:ext cx="4466400" cy="572700"/>
          </a:xfrm>
        </p:spPr>
        <p:txBody>
          <a:bodyPr/>
          <a:lstStyle/>
          <a:p>
            <a:r>
              <a:rPr lang="en-US" dirty="0"/>
              <a:t>Milestones &amp; Deliverables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91E2F7-6549-6318-E20E-EB20B4290B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2173152"/>
            <a:ext cx="4466400" cy="13902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M1: Setup &amp; research</a:t>
            </a:r>
          </a:p>
          <a:p>
            <a:pPr>
              <a:lnSpc>
                <a:spcPct val="150000"/>
              </a:lnSpc>
            </a:pPr>
            <a:r>
              <a:rPr lang="en-US" dirty="0"/>
              <a:t>M2: Basic features</a:t>
            </a:r>
          </a:p>
          <a:p>
            <a:pPr>
              <a:lnSpc>
                <a:spcPct val="150000"/>
              </a:lnSpc>
            </a:pPr>
            <a:r>
              <a:rPr lang="en-US" dirty="0"/>
              <a:t>M3: Model development</a:t>
            </a:r>
          </a:p>
          <a:p>
            <a:pPr>
              <a:lnSpc>
                <a:spcPct val="150000"/>
              </a:lnSpc>
            </a:pPr>
            <a:r>
              <a:rPr lang="en-US" dirty="0"/>
              <a:t>M4: Context module</a:t>
            </a:r>
          </a:p>
          <a:p>
            <a:pPr>
              <a:lnSpc>
                <a:spcPct val="150000"/>
              </a:lnSpc>
            </a:pPr>
            <a:r>
              <a:rPr lang="en-US" dirty="0"/>
              <a:t>M5: Integration</a:t>
            </a:r>
          </a:p>
          <a:p>
            <a:pPr>
              <a:lnSpc>
                <a:spcPct val="150000"/>
              </a:lnSpc>
            </a:pPr>
            <a:r>
              <a:rPr lang="en-US" dirty="0"/>
              <a:t>M6: Testing &amp; documentation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4" name="Google Shape;1917;p55">
            <a:extLst>
              <a:ext uri="{FF2B5EF4-FFF2-40B4-BE49-F238E27FC236}">
                <a16:creationId xmlns:a16="http://schemas.microsoft.com/office/drawing/2014/main" id="{548E9354-6C17-EAB7-3494-5F060D06957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5538" t="7152" r="23468" b="5838"/>
          <a:stretch/>
        </p:blipFill>
        <p:spPr>
          <a:xfrm>
            <a:off x="5865751" y="384075"/>
            <a:ext cx="1671077" cy="1603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oogle Shape;1926;p55">
            <a:extLst>
              <a:ext uri="{FF2B5EF4-FFF2-40B4-BE49-F238E27FC236}">
                <a16:creationId xmlns:a16="http://schemas.microsoft.com/office/drawing/2014/main" id="{C8FEB2AB-33D2-E08E-FFFB-44F6765A6BFC}"/>
              </a:ext>
            </a:extLst>
          </p:cNvPr>
          <p:cNvGrpSpPr/>
          <p:nvPr/>
        </p:nvGrpSpPr>
        <p:grpSpPr>
          <a:xfrm>
            <a:off x="5496800" y="2992425"/>
            <a:ext cx="76825" cy="76800"/>
            <a:chOff x="3104875" y="1099400"/>
            <a:chExt cx="76825" cy="76800"/>
          </a:xfrm>
        </p:grpSpPr>
        <p:sp>
          <p:nvSpPr>
            <p:cNvPr id="6" name="Google Shape;1927;p55">
              <a:extLst>
                <a:ext uri="{FF2B5EF4-FFF2-40B4-BE49-F238E27FC236}">
                  <a16:creationId xmlns:a16="http://schemas.microsoft.com/office/drawing/2014/main" id="{EDC7B2FC-F402-E931-ACDF-22E6AABC91BF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928;p55">
              <a:extLst>
                <a:ext uri="{FF2B5EF4-FFF2-40B4-BE49-F238E27FC236}">
                  <a16:creationId xmlns:a16="http://schemas.microsoft.com/office/drawing/2014/main" id="{7F583881-986B-8D6A-456A-44AC93FB889D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" name="Google Shape;1929;p55">
            <a:extLst>
              <a:ext uri="{FF2B5EF4-FFF2-40B4-BE49-F238E27FC236}">
                <a16:creationId xmlns:a16="http://schemas.microsoft.com/office/drawing/2014/main" id="{1CF2CC64-91E7-2D01-37F8-C0E1AC38A4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4332" t="5722" r="23343" b="4592"/>
          <a:stretch/>
        </p:blipFill>
        <p:spPr>
          <a:xfrm rot="3189503">
            <a:off x="6334036" y="2295000"/>
            <a:ext cx="1857375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930;p55">
            <a:extLst>
              <a:ext uri="{FF2B5EF4-FFF2-40B4-BE49-F238E27FC236}">
                <a16:creationId xmlns:a16="http://schemas.microsoft.com/office/drawing/2014/main" id="{941CA052-944E-0F44-5C87-2623B644F5B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5237" r="10475"/>
          <a:stretch/>
        </p:blipFill>
        <p:spPr>
          <a:xfrm rot="12733539">
            <a:off x="5681762" y="2864743"/>
            <a:ext cx="1535572" cy="1375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931;p55">
            <a:extLst>
              <a:ext uri="{FF2B5EF4-FFF2-40B4-BE49-F238E27FC236}">
                <a16:creationId xmlns:a16="http://schemas.microsoft.com/office/drawing/2014/main" id="{F854D920-A767-B840-5533-1223EFD7E4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2010" r="18456"/>
          <a:stretch/>
        </p:blipFill>
        <p:spPr>
          <a:xfrm rot="1203246">
            <a:off x="7347606" y="1729371"/>
            <a:ext cx="1115441" cy="105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32;p55">
            <a:extLst>
              <a:ext uri="{FF2B5EF4-FFF2-40B4-BE49-F238E27FC236}">
                <a16:creationId xmlns:a16="http://schemas.microsoft.com/office/drawing/2014/main" id="{575A5B31-02B5-5CF2-50FD-2412FA4AB77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8647" t="7960" r="8852" b="8337"/>
          <a:stretch/>
        </p:blipFill>
        <p:spPr>
          <a:xfrm rot="20193495">
            <a:off x="5352664" y="1240081"/>
            <a:ext cx="1891408" cy="12283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311;p38">
            <a:extLst>
              <a:ext uri="{FF2B5EF4-FFF2-40B4-BE49-F238E27FC236}">
                <a16:creationId xmlns:a16="http://schemas.microsoft.com/office/drawing/2014/main" id="{A4E206D3-1D45-D7ED-E7E2-E1EE0984EDFC}"/>
              </a:ext>
            </a:extLst>
          </p:cNvPr>
          <p:cNvGrpSpPr/>
          <p:nvPr/>
        </p:nvGrpSpPr>
        <p:grpSpPr>
          <a:xfrm>
            <a:off x="2468227" y="914554"/>
            <a:ext cx="76825" cy="76800"/>
            <a:chOff x="3104875" y="1099400"/>
            <a:chExt cx="76825" cy="76800"/>
          </a:xfrm>
        </p:grpSpPr>
        <p:sp>
          <p:nvSpPr>
            <p:cNvPr id="13" name="Google Shape;1312;p38">
              <a:extLst>
                <a:ext uri="{FF2B5EF4-FFF2-40B4-BE49-F238E27FC236}">
                  <a16:creationId xmlns:a16="http://schemas.microsoft.com/office/drawing/2014/main" id="{0C6F469F-3133-3E8C-DAB0-D1D8D15D97BF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13;p38">
              <a:extLst>
                <a:ext uri="{FF2B5EF4-FFF2-40B4-BE49-F238E27FC236}">
                  <a16:creationId xmlns:a16="http://schemas.microsoft.com/office/drawing/2014/main" id="{50E21711-432B-84AE-20FC-CD5214B2B638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1311;p38">
            <a:extLst>
              <a:ext uri="{FF2B5EF4-FFF2-40B4-BE49-F238E27FC236}">
                <a16:creationId xmlns:a16="http://schemas.microsoft.com/office/drawing/2014/main" id="{D58552E5-3D06-1CA7-C56C-0529BA9EDE26}"/>
              </a:ext>
            </a:extLst>
          </p:cNvPr>
          <p:cNvGrpSpPr/>
          <p:nvPr/>
        </p:nvGrpSpPr>
        <p:grpSpPr>
          <a:xfrm>
            <a:off x="1509222" y="4209100"/>
            <a:ext cx="76825" cy="76800"/>
            <a:chOff x="3104875" y="1099400"/>
            <a:chExt cx="76825" cy="76800"/>
          </a:xfrm>
        </p:grpSpPr>
        <p:sp>
          <p:nvSpPr>
            <p:cNvPr id="16" name="Google Shape;1312;p38">
              <a:extLst>
                <a:ext uri="{FF2B5EF4-FFF2-40B4-BE49-F238E27FC236}">
                  <a16:creationId xmlns:a16="http://schemas.microsoft.com/office/drawing/2014/main" id="{73E18476-B07B-05BA-C573-882FBA6BEC81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313;p38">
              <a:extLst>
                <a:ext uri="{FF2B5EF4-FFF2-40B4-BE49-F238E27FC236}">
                  <a16:creationId xmlns:a16="http://schemas.microsoft.com/office/drawing/2014/main" id="{502C296B-6F3F-90F4-C1F3-0D123888BE6C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311;p38">
            <a:extLst>
              <a:ext uri="{FF2B5EF4-FFF2-40B4-BE49-F238E27FC236}">
                <a16:creationId xmlns:a16="http://schemas.microsoft.com/office/drawing/2014/main" id="{30D94BFB-FA31-1F55-A546-3F6BC743CA84}"/>
              </a:ext>
            </a:extLst>
          </p:cNvPr>
          <p:cNvGrpSpPr/>
          <p:nvPr/>
        </p:nvGrpSpPr>
        <p:grpSpPr>
          <a:xfrm>
            <a:off x="495659" y="2793931"/>
            <a:ext cx="76825" cy="76800"/>
            <a:chOff x="3104875" y="1099400"/>
            <a:chExt cx="76825" cy="76800"/>
          </a:xfrm>
        </p:grpSpPr>
        <p:sp>
          <p:nvSpPr>
            <p:cNvPr id="19" name="Google Shape;1312;p38">
              <a:extLst>
                <a:ext uri="{FF2B5EF4-FFF2-40B4-BE49-F238E27FC236}">
                  <a16:creationId xmlns:a16="http://schemas.microsoft.com/office/drawing/2014/main" id="{1603D01A-3F94-A287-5B00-1BA0758FAD08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13;p38">
              <a:extLst>
                <a:ext uri="{FF2B5EF4-FFF2-40B4-BE49-F238E27FC236}">
                  <a16:creationId xmlns:a16="http://schemas.microsoft.com/office/drawing/2014/main" id="{818FE1B5-C979-9B71-C975-68EC81A27CFD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1311;p38">
            <a:extLst>
              <a:ext uri="{FF2B5EF4-FFF2-40B4-BE49-F238E27FC236}">
                <a16:creationId xmlns:a16="http://schemas.microsoft.com/office/drawing/2014/main" id="{4389C90F-5BFC-8146-F842-4F0591CA013B}"/>
              </a:ext>
            </a:extLst>
          </p:cNvPr>
          <p:cNvGrpSpPr/>
          <p:nvPr/>
        </p:nvGrpSpPr>
        <p:grpSpPr>
          <a:xfrm>
            <a:off x="5950920" y="378297"/>
            <a:ext cx="76825" cy="76800"/>
            <a:chOff x="3104875" y="1099400"/>
            <a:chExt cx="76825" cy="76800"/>
          </a:xfrm>
        </p:grpSpPr>
        <p:sp>
          <p:nvSpPr>
            <p:cNvPr id="22" name="Google Shape;1312;p38">
              <a:extLst>
                <a:ext uri="{FF2B5EF4-FFF2-40B4-BE49-F238E27FC236}">
                  <a16:creationId xmlns:a16="http://schemas.microsoft.com/office/drawing/2014/main" id="{2C025A22-26B5-CB22-8779-6D62EE3BCE20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13;p38">
              <a:extLst>
                <a:ext uri="{FF2B5EF4-FFF2-40B4-BE49-F238E27FC236}">
                  <a16:creationId xmlns:a16="http://schemas.microsoft.com/office/drawing/2014/main" id="{E48E1C42-B272-A1A2-3995-1E4429043225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96512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7" name="Google Shape;1407;p41"/>
          <p:cNvPicPr preferRelativeResize="0"/>
          <p:nvPr/>
        </p:nvPicPr>
        <p:blipFill rotWithShape="1">
          <a:blip r:embed="rId3">
            <a:alphaModFix/>
          </a:blip>
          <a:srcRect l="26807" t="7660" r="25401" b="5391"/>
          <a:stretch/>
        </p:blipFill>
        <p:spPr>
          <a:xfrm>
            <a:off x="7219350" y="2823400"/>
            <a:ext cx="1739952" cy="1780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8" name="Google Shape;1408;p41"/>
          <p:cNvPicPr preferRelativeResize="0"/>
          <p:nvPr/>
        </p:nvPicPr>
        <p:blipFill rotWithShape="1">
          <a:blip r:embed="rId4">
            <a:alphaModFix/>
          </a:blip>
          <a:srcRect l="18647" t="7960" r="8852" b="8337"/>
          <a:stretch/>
        </p:blipFill>
        <p:spPr>
          <a:xfrm rot="-1152297">
            <a:off x="7181325" y="246575"/>
            <a:ext cx="1647827" cy="10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9" name="Google Shape;1409;p41"/>
          <p:cNvPicPr preferRelativeResize="0"/>
          <p:nvPr/>
        </p:nvPicPr>
        <p:blipFill rotWithShape="1">
          <a:blip r:embed="rId5">
            <a:alphaModFix/>
          </a:blip>
          <a:srcRect l="15237" r="10475"/>
          <a:stretch/>
        </p:blipFill>
        <p:spPr>
          <a:xfrm rot="1220421">
            <a:off x="408399" y="3540122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0" name="Google Shape;1410;p41"/>
          <p:cNvPicPr preferRelativeResize="0"/>
          <p:nvPr/>
        </p:nvPicPr>
        <p:blipFill rotWithShape="1">
          <a:blip r:embed="rId6">
            <a:alphaModFix/>
          </a:blip>
          <a:srcRect l="22010" r="18456"/>
          <a:stretch/>
        </p:blipFill>
        <p:spPr>
          <a:xfrm rot="3321565">
            <a:off x="7376838" y="2871512"/>
            <a:ext cx="652200" cy="616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1" name="Google Shape;1411;p41"/>
          <p:cNvGrpSpPr/>
          <p:nvPr/>
        </p:nvGrpSpPr>
        <p:grpSpPr>
          <a:xfrm>
            <a:off x="1241825" y="3080475"/>
            <a:ext cx="76825" cy="76800"/>
            <a:chOff x="3104875" y="1099400"/>
            <a:chExt cx="76825" cy="76800"/>
          </a:xfrm>
        </p:grpSpPr>
        <p:sp>
          <p:nvSpPr>
            <p:cNvPr id="1412" name="Google Shape;1412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4" name="Google Shape;1414;p41"/>
          <p:cNvGrpSpPr/>
          <p:nvPr/>
        </p:nvGrpSpPr>
        <p:grpSpPr>
          <a:xfrm>
            <a:off x="4870450" y="743250"/>
            <a:ext cx="76825" cy="76800"/>
            <a:chOff x="3104875" y="1099400"/>
            <a:chExt cx="76825" cy="76800"/>
          </a:xfrm>
        </p:grpSpPr>
        <p:sp>
          <p:nvSpPr>
            <p:cNvPr id="1415" name="Google Shape;1415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7" name="Google Shape;1417;p41"/>
          <p:cNvGrpSpPr/>
          <p:nvPr/>
        </p:nvGrpSpPr>
        <p:grpSpPr>
          <a:xfrm>
            <a:off x="8200950" y="2377875"/>
            <a:ext cx="76825" cy="76800"/>
            <a:chOff x="3104875" y="1099400"/>
            <a:chExt cx="76825" cy="76800"/>
          </a:xfrm>
        </p:grpSpPr>
        <p:sp>
          <p:nvSpPr>
            <p:cNvPr id="1418" name="Google Shape;1418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0" name="Google Shape;1420;p41"/>
          <p:cNvSpPr txBox="1">
            <a:spLocks noGrp="1"/>
          </p:cNvSpPr>
          <p:nvPr>
            <p:ph type="title"/>
          </p:nvPr>
        </p:nvSpPr>
        <p:spPr>
          <a:xfrm>
            <a:off x="943050" y="1307100"/>
            <a:ext cx="7257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b="1" dirty="0"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sz="80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tificial Intelligence (AI) Technology Consulting by Slidesgo">
  <a:themeElements>
    <a:clrScheme name="Simple Light">
      <a:dk1>
        <a:srgbClr val="FFFFFF"/>
      </a:dk1>
      <a:lt1>
        <a:srgbClr val="27173A"/>
      </a:lt1>
      <a:dk2>
        <a:srgbClr val="AE77D6"/>
      </a:dk2>
      <a:lt2>
        <a:srgbClr val="5A1387"/>
      </a:lt2>
      <a:accent1>
        <a:srgbClr val="76F3FB"/>
      </a:accent1>
      <a:accent2>
        <a:srgbClr val="729B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233</Words>
  <Application>Microsoft Office PowerPoint</Application>
  <PresentationFormat>On-screen Show (16:9)</PresentationFormat>
  <Paragraphs>57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Nunito Light</vt:lpstr>
      <vt:lpstr>Arial</vt:lpstr>
      <vt:lpstr>Anaheim</vt:lpstr>
      <vt:lpstr>Montserrat</vt:lpstr>
      <vt:lpstr>Montserrat Black</vt:lpstr>
      <vt:lpstr>Bebas Neue</vt:lpstr>
      <vt:lpstr>Artificial Intelligence (AI) Technology Consulting by Slidesgo</vt:lpstr>
      <vt:lpstr>DEEPGUARD MULTIMODAL DETECTION OF MANIPULATED DIGITAL CONTENT</vt:lpstr>
      <vt:lpstr>Introduction</vt:lpstr>
      <vt:lpstr>Problem Statement</vt:lpstr>
      <vt:lpstr>Related Work</vt:lpstr>
      <vt:lpstr>Project Scope</vt:lpstr>
      <vt:lpstr>Key Features</vt:lpstr>
      <vt:lpstr>System Architecture</vt:lpstr>
      <vt:lpstr>Sustainable Development Goals (SDGs)</vt:lpstr>
      <vt:lpstr>Methodology</vt:lpstr>
      <vt:lpstr>Milestones &amp; Deliverables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DEEPGUARD MULTIMODAL DETECTION OF MANIPULATED DIGITAL CONTENT</dc:title>
  <dc:creator>Zujajah</dc:creator>
  <cp:lastModifiedBy>MY PC</cp:lastModifiedBy>
  <cp:revision>4</cp:revision>
  <dcterms:modified xsi:type="dcterms:W3CDTF">2026-04-09T05:21:23Z</dcterms:modified>
</cp:coreProperties>
</file>